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4"/>
  </p:sldMasterIdLst>
  <p:notesMasterIdLst>
    <p:notesMasterId r:id="rId59"/>
  </p:notesMasterIdLst>
  <p:handoutMasterIdLst>
    <p:handoutMasterId r:id="rId60"/>
  </p:handoutMasterIdLst>
  <p:sldIdLst>
    <p:sldId id="256" r:id="rId5"/>
    <p:sldId id="301" r:id="rId6"/>
    <p:sldId id="259" r:id="rId7"/>
    <p:sldId id="266" r:id="rId8"/>
    <p:sldId id="267" r:id="rId9"/>
    <p:sldId id="268" r:id="rId10"/>
    <p:sldId id="261" r:id="rId11"/>
    <p:sldId id="302" r:id="rId12"/>
    <p:sldId id="275" r:id="rId13"/>
    <p:sldId id="274" r:id="rId14"/>
    <p:sldId id="311" r:id="rId15"/>
    <p:sldId id="273" r:id="rId16"/>
    <p:sldId id="312" r:id="rId17"/>
    <p:sldId id="272" r:id="rId18"/>
    <p:sldId id="313" r:id="rId19"/>
    <p:sldId id="277" r:id="rId20"/>
    <p:sldId id="276" r:id="rId21"/>
    <p:sldId id="314" r:id="rId22"/>
    <p:sldId id="278" r:id="rId23"/>
    <p:sldId id="315" r:id="rId24"/>
    <p:sldId id="280" r:id="rId25"/>
    <p:sldId id="303" r:id="rId26"/>
    <p:sldId id="281" r:id="rId27"/>
    <p:sldId id="304" r:id="rId28"/>
    <p:sldId id="282" r:id="rId29"/>
    <p:sldId id="305" r:id="rId30"/>
    <p:sldId id="283" r:id="rId31"/>
    <p:sldId id="306" r:id="rId32"/>
    <p:sldId id="284" r:id="rId33"/>
    <p:sldId id="316" r:id="rId34"/>
    <p:sldId id="285" r:id="rId35"/>
    <p:sldId id="286" r:id="rId36"/>
    <p:sldId id="317" r:id="rId37"/>
    <p:sldId id="287" r:id="rId38"/>
    <p:sldId id="307" r:id="rId39"/>
    <p:sldId id="298" r:id="rId40"/>
    <p:sldId id="288" r:id="rId41"/>
    <p:sldId id="299" r:id="rId42"/>
    <p:sldId id="300" r:id="rId43"/>
    <p:sldId id="289" r:id="rId44"/>
    <p:sldId id="308" r:id="rId45"/>
    <p:sldId id="290" r:id="rId46"/>
    <p:sldId id="291" r:id="rId47"/>
    <p:sldId id="309" r:id="rId48"/>
    <p:sldId id="292" r:id="rId49"/>
    <p:sldId id="318" r:id="rId50"/>
    <p:sldId id="293" r:id="rId51"/>
    <p:sldId id="294" r:id="rId52"/>
    <p:sldId id="310" r:id="rId53"/>
    <p:sldId id="295" r:id="rId54"/>
    <p:sldId id="319" r:id="rId55"/>
    <p:sldId id="296" r:id="rId56"/>
    <p:sldId id="320" r:id="rId57"/>
    <p:sldId id="265"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5" autoAdjust="0"/>
  </p:normalViewPr>
  <p:slideViewPr>
    <p:cSldViewPr snapToGrid="0">
      <p:cViewPr varScale="1">
        <p:scale>
          <a:sx n="59" d="100"/>
          <a:sy n="59" d="100"/>
        </p:scale>
        <p:origin x="964" y="2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5B8D2-1E6D-4BCA-9E4B-8A99C8D7BC4A}" type="doc">
      <dgm:prSet loTypeId="urn:microsoft.com/office/officeart/2008/layout/VerticalAccentList" loCatId="list" qsTypeId="urn:microsoft.com/office/officeart/2005/8/quickstyle/simple5" qsCatId="simple" csTypeId="urn:microsoft.com/office/officeart/2005/8/colors/colorful1" csCatId="colorful" phldr="1"/>
      <dgm:spPr/>
      <dgm:t>
        <a:bodyPr/>
        <a:lstStyle/>
        <a:p>
          <a:endParaRPr lang="en-US"/>
        </a:p>
      </dgm:t>
    </dgm:pt>
    <dgm:pt modelId="{3B990DCB-AF23-4094-864B-C8B99FA30370}">
      <dgm:prSet phldrT="[Text]"/>
      <dgm:spPr/>
      <dgm:t>
        <a:bodyPr/>
        <a:lstStyle/>
        <a:p>
          <a:r>
            <a:rPr lang="en-US" dirty="0"/>
            <a:t>PATTERN 1</a:t>
          </a:r>
        </a:p>
      </dgm:t>
    </dgm:pt>
    <dgm:pt modelId="{9045AE91-C8DE-42D1-9697-92115E53B6EE}" type="parTrans" cxnId="{289A7ABA-98F5-4FB1-939B-2977E2B9EB8F}">
      <dgm:prSet/>
      <dgm:spPr/>
      <dgm:t>
        <a:bodyPr/>
        <a:lstStyle/>
        <a:p>
          <a:endParaRPr lang="en-US"/>
        </a:p>
      </dgm:t>
    </dgm:pt>
    <dgm:pt modelId="{8F93B7AA-ADE0-44B8-AFDE-9A1375C16706}" type="sibTrans" cxnId="{289A7ABA-98F5-4FB1-939B-2977E2B9EB8F}">
      <dgm:prSet/>
      <dgm:spPr/>
      <dgm:t>
        <a:bodyPr/>
        <a:lstStyle/>
        <a:p>
          <a:endParaRPr lang="en-US"/>
        </a:p>
      </dgm:t>
    </dgm:pt>
    <dgm:pt modelId="{7DEF99AD-EC88-4718-B8D7-F22561235CEC}">
      <dgm:prSet phldrT="[Text]"/>
      <dgm:spPr/>
      <dgm:t>
        <a:bodyPr/>
        <a:lstStyle/>
        <a:p>
          <a:r>
            <a:rPr lang="en-US" b="1" dirty="0"/>
            <a:t>CREATIONAL</a:t>
          </a:r>
        </a:p>
      </dgm:t>
    </dgm:pt>
    <dgm:pt modelId="{E16E29D3-9570-412D-93B6-B4CE77D1B6DD}" type="parTrans" cxnId="{46DBFC28-5C33-4B88-8831-68037F695A48}">
      <dgm:prSet/>
      <dgm:spPr/>
      <dgm:t>
        <a:bodyPr/>
        <a:lstStyle/>
        <a:p>
          <a:endParaRPr lang="en-US"/>
        </a:p>
      </dgm:t>
    </dgm:pt>
    <dgm:pt modelId="{456EA687-CA8C-4F68-B168-4C2E87ACC68B}" type="sibTrans" cxnId="{46DBFC28-5C33-4B88-8831-68037F695A48}">
      <dgm:prSet/>
      <dgm:spPr/>
      <dgm:t>
        <a:bodyPr/>
        <a:lstStyle/>
        <a:p>
          <a:endParaRPr lang="en-US"/>
        </a:p>
      </dgm:t>
    </dgm:pt>
    <dgm:pt modelId="{240AA45F-7625-47CB-82DB-58CF98B59095}">
      <dgm:prSet phldrT="[Text]"/>
      <dgm:spPr/>
      <dgm:t>
        <a:bodyPr/>
        <a:lstStyle/>
        <a:p>
          <a:r>
            <a:rPr lang="en-US" dirty="0"/>
            <a:t>PATTERN 2</a:t>
          </a:r>
        </a:p>
      </dgm:t>
    </dgm:pt>
    <dgm:pt modelId="{648CE750-928A-4617-818A-2C5528133922}" type="parTrans" cxnId="{159602F2-C521-4E1D-AE9F-D54CDD414A04}">
      <dgm:prSet/>
      <dgm:spPr/>
      <dgm:t>
        <a:bodyPr/>
        <a:lstStyle/>
        <a:p>
          <a:endParaRPr lang="en-US"/>
        </a:p>
      </dgm:t>
    </dgm:pt>
    <dgm:pt modelId="{A5F62957-BF38-47A2-B1D2-0D9C89C422D5}" type="sibTrans" cxnId="{159602F2-C521-4E1D-AE9F-D54CDD414A04}">
      <dgm:prSet/>
      <dgm:spPr/>
      <dgm:t>
        <a:bodyPr/>
        <a:lstStyle/>
        <a:p>
          <a:endParaRPr lang="en-US"/>
        </a:p>
      </dgm:t>
    </dgm:pt>
    <dgm:pt modelId="{27B4E690-4D0F-4D7A-BF6F-F3DD955F4988}">
      <dgm:prSet phldrT="[Text]"/>
      <dgm:spPr/>
      <dgm:t>
        <a:bodyPr/>
        <a:lstStyle/>
        <a:p>
          <a:r>
            <a:rPr lang="en-US" b="1" dirty="0"/>
            <a:t>STRUCTURAL</a:t>
          </a:r>
        </a:p>
      </dgm:t>
    </dgm:pt>
    <dgm:pt modelId="{90D197D3-3303-4C80-A092-3B7BDF04FBF7}" type="parTrans" cxnId="{62126DBA-440F-4890-99E9-D0197B1F8AC3}">
      <dgm:prSet/>
      <dgm:spPr/>
      <dgm:t>
        <a:bodyPr/>
        <a:lstStyle/>
        <a:p>
          <a:endParaRPr lang="en-US"/>
        </a:p>
      </dgm:t>
    </dgm:pt>
    <dgm:pt modelId="{9A9FC636-BF64-4AA3-9111-3312D89D6371}" type="sibTrans" cxnId="{62126DBA-440F-4890-99E9-D0197B1F8AC3}">
      <dgm:prSet/>
      <dgm:spPr/>
      <dgm:t>
        <a:bodyPr/>
        <a:lstStyle/>
        <a:p>
          <a:endParaRPr lang="en-US"/>
        </a:p>
      </dgm:t>
    </dgm:pt>
    <dgm:pt modelId="{E1AD1DBC-9B34-4672-B365-6C5C7E96A5E5}">
      <dgm:prSet phldrT="[Text]"/>
      <dgm:spPr/>
      <dgm:t>
        <a:bodyPr/>
        <a:lstStyle/>
        <a:p>
          <a:r>
            <a:rPr lang="en-US" dirty="0"/>
            <a:t>PATTERN 3</a:t>
          </a:r>
        </a:p>
      </dgm:t>
    </dgm:pt>
    <dgm:pt modelId="{8C5C062E-BB4A-4159-9D81-9F19138DAF56}" type="parTrans" cxnId="{4E210A80-A0A8-4FC3-BB39-ADD0CB874D63}">
      <dgm:prSet/>
      <dgm:spPr/>
      <dgm:t>
        <a:bodyPr/>
        <a:lstStyle/>
        <a:p>
          <a:endParaRPr lang="en-US"/>
        </a:p>
      </dgm:t>
    </dgm:pt>
    <dgm:pt modelId="{1A79B38F-A3E5-4698-99B4-A0F5A3E8CD65}" type="sibTrans" cxnId="{4E210A80-A0A8-4FC3-BB39-ADD0CB874D63}">
      <dgm:prSet/>
      <dgm:spPr/>
      <dgm:t>
        <a:bodyPr/>
        <a:lstStyle/>
        <a:p>
          <a:endParaRPr lang="en-US"/>
        </a:p>
      </dgm:t>
    </dgm:pt>
    <dgm:pt modelId="{1D280956-61F1-44EA-89DD-47917582B346}">
      <dgm:prSet phldrT="[Text]"/>
      <dgm:spPr/>
      <dgm:t>
        <a:bodyPr/>
        <a:lstStyle/>
        <a:p>
          <a:r>
            <a:rPr lang="en-US" b="1" dirty="0"/>
            <a:t>BEHAVIORAL</a:t>
          </a:r>
        </a:p>
      </dgm:t>
    </dgm:pt>
    <dgm:pt modelId="{F5F29254-C816-4B3B-A23C-846A234C8557}" type="parTrans" cxnId="{8DAC0267-44CD-4D02-88C9-B2F8A13C158E}">
      <dgm:prSet/>
      <dgm:spPr/>
      <dgm:t>
        <a:bodyPr/>
        <a:lstStyle/>
        <a:p>
          <a:endParaRPr lang="en-US"/>
        </a:p>
      </dgm:t>
    </dgm:pt>
    <dgm:pt modelId="{EC76378A-9F1D-482E-AF47-2DD7D70945B6}" type="sibTrans" cxnId="{8DAC0267-44CD-4D02-88C9-B2F8A13C158E}">
      <dgm:prSet/>
      <dgm:spPr/>
      <dgm:t>
        <a:bodyPr/>
        <a:lstStyle/>
        <a:p>
          <a:endParaRPr lang="en-US"/>
        </a:p>
      </dgm:t>
    </dgm:pt>
    <dgm:pt modelId="{AD265B07-23FB-4DFC-8F3D-B0DCAD6DF87E}" type="pres">
      <dgm:prSet presAssocID="{D3C5B8D2-1E6D-4BCA-9E4B-8A99C8D7BC4A}" presName="Name0" presStyleCnt="0">
        <dgm:presLayoutVars>
          <dgm:chMax/>
          <dgm:chPref/>
          <dgm:dir/>
        </dgm:presLayoutVars>
      </dgm:prSet>
      <dgm:spPr/>
    </dgm:pt>
    <dgm:pt modelId="{0E7F93D0-E3D1-48EE-9797-63EC830CCA06}" type="pres">
      <dgm:prSet presAssocID="{3B990DCB-AF23-4094-864B-C8B99FA30370}" presName="parenttextcomposite" presStyleCnt="0"/>
      <dgm:spPr/>
    </dgm:pt>
    <dgm:pt modelId="{1828D533-56A7-44F9-AB5F-B12D35D0CCA4}" type="pres">
      <dgm:prSet presAssocID="{3B990DCB-AF23-4094-864B-C8B99FA30370}" presName="parenttext" presStyleLbl="revTx" presStyleIdx="0" presStyleCnt="3">
        <dgm:presLayoutVars>
          <dgm:chMax/>
          <dgm:chPref val="2"/>
          <dgm:bulletEnabled val="1"/>
        </dgm:presLayoutVars>
      </dgm:prSet>
      <dgm:spPr/>
    </dgm:pt>
    <dgm:pt modelId="{2A167B03-FCF6-480B-BD04-B18E95132E7F}" type="pres">
      <dgm:prSet presAssocID="{3B990DCB-AF23-4094-864B-C8B99FA30370}" presName="composite" presStyleCnt="0"/>
      <dgm:spPr/>
    </dgm:pt>
    <dgm:pt modelId="{B5E09CC3-072D-40C5-93CB-3CB61546DAC3}" type="pres">
      <dgm:prSet presAssocID="{3B990DCB-AF23-4094-864B-C8B99FA30370}" presName="chevron1" presStyleLbl="alignNode1" presStyleIdx="0" presStyleCnt="21"/>
      <dgm:spPr/>
    </dgm:pt>
    <dgm:pt modelId="{7E5B5F30-562C-45F5-947C-105C96262837}" type="pres">
      <dgm:prSet presAssocID="{3B990DCB-AF23-4094-864B-C8B99FA30370}" presName="chevron2" presStyleLbl="alignNode1" presStyleIdx="1" presStyleCnt="21"/>
      <dgm:spPr/>
    </dgm:pt>
    <dgm:pt modelId="{BA96BDD2-A6C8-4432-8E71-D4E67320B8FF}" type="pres">
      <dgm:prSet presAssocID="{3B990DCB-AF23-4094-864B-C8B99FA30370}" presName="chevron3" presStyleLbl="alignNode1" presStyleIdx="2" presStyleCnt="21"/>
      <dgm:spPr/>
    </dgm:pt>
    <dgm:pt modelId="{2AAF1885-F2C6-4C50-A304-71F970C85713}" type="pres">
      <dgm:prSet presAssocID="{3B990DCB-AF23-4094-864B-C8B99FA30370}" presName="chevron4" presStyleLbl="alignNode1" presStyleIdx="3" presStyleCnt="21"/>
      <dgm:spPr/>
    </dgm:pt>
    <dgm:pt modelId="{1C9109EC-43D0-4356-8840-1C174E169D4F}" type="pres">
      <dgm:prSet presAssocID="{3B990DCB-AF23-4094-864B-C8B99FA30370}" presName="chevron5" presStyleLbl="alignNode1" presStyleIdx="4" presStyleCnt="21"/>
      <dgm:spPr/>
    </dgm:pt>
    <dgm:pt modelId="{F580C234-F277-4109-8F54-CBF87BE4B61B}" type="pres">
      <dgm:prSet presAssocID="{3B990DCB-AF23-4094-864B-C8B99FA30370}" presName="chevron6" presStyleLbl="alignNode1" presStyleIdx="5" presStyleCnt="21"/>
      <dgm:spPr/>
    </dgm:pt>
    <dgm:pt modelId="{C2DC7889-4537-4EA1-8B7E-3B1E25B6DE4C}" type="pres">
      <dgm:prSet presAssocID="{3B990DCB-AF23-4094-864B-C8B99FA30370}" presName="chevron7" presStyleLbl="alignNode1" presStyleIdx="6" presStyleCnt="21"/>
      <dgm:spPr/>
    </dgm:pt>
    <dgm:pt modelId="{B46F8A2D-B8E9-481F-97F6-8D8A2A54017A}" type="pres">
      <dgm:prSet presAssocID="{3B990DCB-AF23-4094-864B-C8B99FA30370}" presName="childtext" presStyleLbl="solidFgAcc1" presStyleIdx="0" presStyleCnt="3">
        <dgm:presLayoutVars>
          <dgm:chMax/>
          <dgm:chPref val="0"/>
          <dgm:bulletEnabled val="1"/>
        </dgm:presLayoutVars>
      </dgm:prSet>
      <dgm:spPr/>
    </dgm:pt>
    <dgm:pt modelId="{261D04E4-2B56-456D-ABEC-1649C35A46F4}" type="pres">
      <dgm:prSet presAssocID="{8F93B7AA-ADE0-44B8-AFDE-9A1375C16706}" presName="sibTrans" presStyleCnt="0"/>
      <dgm:spPr/>
    </dgm:pt>
    <dgm:pt modelId="{3CFDAEF9-1DF0-4C50-912D-A5CCDA52F9EA}" type="pres">
      <dgm:prSet presAssocID="{240AA45F-7625-47CB-82DB-58CF98B59095}" presName="parenttextcomposite" presStyleCnt="0"/>
      <dgm:spPr/>
    </dgm:pt>
    <dgm:pt modelId="{A4E32358-9FAF-4554-AC0F-5ED0792D2EF5}" type="pres">
      <dgm:prSet presAssocID="{240AA45F-7625-47CB-82DB-58CF98B59095}" presName="parenttext" presStyleLbl="revTx" presStyleIdx="1" presStyleCnt="3">
        <dgm:presLayoutVars>
          <dgm:chMax/>
          <dgm:chPref val="2"/>
          <dgm:bulletEnabled val="1"/>
        </dgm:presLayoutVars>
      </dgm:prSet>
      <dgm:spPr/>
    </dgm:pt>
    <dgm:pt modelId="{D2BF8E40-6E6F-4455-8548-D54325D6BFF6}" type="pres">
      <dgm:prSet presAssocID="{240AA45F-7625-47CB-82DB-58CF98B59095}" presName="composite" presStyleCnt="0"/>
      <dgm:spPr/>
    </dgm:pt>
    <dgm:pt modelId="{694975F8-4C8F-474E-82FD-B2D3B38E3CE9}" type="pres">
      <dgm:prSet presAssocID="{240AA45F-7625-47CB-82DB-58CF98B59095}" presName="chevron1" presStyleLbl="alignNode1" presStyleIdx="7" presStyleCnt="21"/>
      <dgm:spPr/>
    </dgm:pt>
    <dgm:pt modelId="{3461506E-F2BB-405D-A55B-BEB6F1374518}" type="pres">
      <dgm:prSet presAssocID="{240AA45F-7625-47CB-82DB-58CF98B59095}" presName="chevron2" presStyleLbl="alignNode1" presStyleIdx="8" presStyleCnt="21"/>
      <dgm:spPr/>
    </dgm:pt>
    <dgm:pt modelId="{B43EA23D-813A-4C2D-A537-8243C507CEB5}" type="pres">
      <dgm:prSet presAssocID="{240AA45F-7625-47CB-82DB-58CF98B59095}" presName="chevron3" presStyleLbl="alignNode1" presStyleIdx="9" presStyleCnt="21"/>
      <dgm:spPr/>
    </dgm:pt>
    <dgm:pt modelId="{9B2EDFA1-E5EE-473E-86DC-A299D77CF06C}" type="pres">
      <dgm:prSet presAssocID="{240AA45F-7625-47CB-82DB-58CF98B59095}" presName="chevron4" presStyleLbl="alignNode1" presStyleIdx="10" presStyleCnt="21"/>
      <dgm:spPr/>
    </dgm:pt>
    <dgm:pt modelId="{99CDA10C-4B9C-4F99-9CE8-2F50B1F51829}" type="pres">
      <dgm:prSet presAssocID="{240AA45F-7625-47CB-82DB-58CF98B59095}" presName="chevron5" presStyleLbl="alignNode1" presStyleIdx="11" presStyleCnt="21"/>
      <dgm:spPr/>
    </dgm:pt>
    <dgm:pt modelId="{A7A25454-564F-41D3-9BE8-A358F92A3958}" type="pres">
      <dgm:prSet presAssocID="{240AA45F-7625-47CB-82DB-58CF98B59095}" presName="chevron6" presStyleLbl="alignNode1" presStyleIdx="12" presStyleCnt="21"/>
      <dgm:spPr/>
    </dgm:pt>
    <dgm:pt modelId="{8F9A76A5-9999-4ECA-A9FA-4698A1E4CE80}" type="pres">
      <dgm:prSet presAssocID="{240AA45F-7625-47CB-82DB-58CF98B59095}" presName="chevron7" presStyleLbl="alignNode1" presStyleIdx="13" presStyleCnt="21"/>
      <dgm:spPr/>
    </dgm:pt>
    <dgm:pt modelId="{E32532E9-08CE-4B0A-BCE0-D0BA22A7E592}" type="pres">
      <dgm:prSet presAssocID="{240AA45F-7625-47CB-82DB-58CF98B59095}" presName="childtext" presStyleLbl="solidFgAcc1" presStyleIdx="1" presStyleCnt="3">
        <dgm:presLayoutVars>
          <dgm:chMax/>
          <dgm:chPref val="0"/>
          <dgm:bulletEnabled val="1"/>
        </dgm:presLayoutVars>
      </dgm:prSet>
      <dgm:spPr/>
    </dgm:pt>
    <dgm:pt modelId="{F8CD1F9F-F85D-4751-9FA4-FFFFD796FEA9}" type="pres">
      <dgm:prSet presAssocID="{A5F62957-BF38-47A2-B1D2-0D9C89C422D5}" presName="sibTrans" presStyleCnt="0"/>
      <dgm:spPr/>
    </dgm:pt>
    <dgm:pt modelId="{A47DC8D3-5244-4038-8723-9AED2D034015}" type="pres">
      <dgm:prSet presAssocID="{E1AD1DBC-9B34-4672-B365-6C5C7E96A5E5}" presName="parenttextcomposite" presStyleCnt="0"/>
      <dgm:spPr/>
    </dgm:pt>
    <dgm:pt modelId="{6942386B-9CB3-42BD-8359-D4983AE6BE94}" type="pres">
      <dgm:prSet presAssocID="{E1AD1DBC-9B34-4672-B365-6C5C7E96A5E5}" presName="parenttext" presStyleLbl="revTx" presStyleIdx="2" presStyleCnt="3">
        <dgm:presLayoutVars>
          <dgm:chMax/>
          <dgm:chPref val="2"/>
          <dgm:bulletEnabled val="1"/>
        </dgm:presLayoutVars>
      </dgm:prSet>
      <dgm:spPr/>
    </dgm:pt>
    <dgm:pt modelId="{7319F82F-7F09-4C2D-BBBD-4C83C12D619F}" type="pres">
      <dgm:prSet presAssocID="{E1AD1DBC-9B34-4672-B365-6C5C7E96A5E5}" presName="composite" presStyleCnt="0"/>
      <dgm:spPr/>
    </dgm:pt>
    <dgm:pt modelId="{F0B1E947-A6D5-46E6-8DF3-38B6CD902A99}" type="pres">
      <dgm:prSet presAssocID="{E1AD1DBC-9B34-4672-B365-6C5C7E96A5E5}" presName="chevron1" presStyleLbl="alignNode1" presStyleIdx="14" presStyleCnt="21"/>
      <dgm:spPr/>
    </dgm:pt>
    <dgm:pt modelId="{797D383C-06AE-488E-BDDF-404AF7FBEC48}" type="pres">
      <dgm:prSet presAssocID="{E1AD1DBC-9B34-4672-B365-6C5C7E96A5E5}" presName="chevron2" presStyleLbl="alignNode1" presStyleIdx="15" presStyleCnt="21"/>
      <dgm:spPr/>
    </dgm:pt>
    <dgm:pt modelId="{D991157B-C2C1-4888-B216-C7ADFB07A709}" type="pres">
      <dgm:prSet presAssocID="{E1AD1DBC-9B34-4672-B365-6C5C7E96A5E5}" presName="chevron3" presStyleLbl="alignNode1" presStyleIdx="16" presStyleCnt="21"/>
      <dgm:spPr/>
    </dgm:pt>
    <dgm:pt modelId="{E3334218-EB00-497D-B4E5-25842E5B4CD8}" type="pres">
      <dgm:prSet presAssocID="{E1AD1DBC-9B34-4672-B365-6C5C7E96A5E5}" presName="chevron4" presStyleLbl="alignNode1" presStyleIdx="17" presStyleCnt="21"/>
      <dgm:spPr/>
    </dgm:pt>
    <dgm:pt modelId="{20F9E2D2-B621-4521-9646-440AB7497F1F}" type="pres">
      <dgm:prSet presAssocID="{E1AD1DBC-9B34-4672-B365-6C5C7E96A5E5}" presName="chevron5" presStyleLbl="alignNode1" presStyleIdx="18" presStyleCnt="21"/>
      <dgm:spPr/>
    </dgm:pt>
    <dgm:pt modelId="{C8022930-DC19-4D8D-99CA-22B6F67B4F8C}" type="pres">
      <dgm:prSet presAssocID="{E1AD1DBC-9B34-4672-B365-6C5C7E96A5E5}" presName="chevron6" presStyleLbl="alignNode1" presStyleIdx="19" presStyleCnt="21"/>
      <dgm:spPr/>
    </dgm:pt>
    <dgm:pt modelId="{09D53426-11B8-4B93-9FA7-2E1EF814C7CC}" type="pres">
      <dgm:prSet presAssocID="{E1AD1DBC-9B34-4672-B365-6C5C7E96A5E5}" presName="chevron7" presStyleLbl="alignNode1" presStyleIdx="20" presStyleCnt="21"/>
      <dgm:spPr/>
    </dgm:pt>
    <dgm:pt modelId="{7D1CCBD6-3740-4106-ACAE-D6E331C7E2C9}" type="pres">
      <dgm:prSet presAssocID="{E1AD1DBC-9B34-4672-B365-6C5C7E96A5E5}" presName="childtext" presStyleLbl="solidFgAcc1" presStyleIdx="2" presStyleCnt="3">
        <dgm:presLayoutVars>
          <dgm:chMax/>
          <dgm:chPref val="0"/>
          <dgm:bulletEnabled val="1"/>
        </dgm:presLayoutVars>
      </dgm:prSet>
      <dgm:spPr/>
    </dgm:pt>
  </dgm:ptLst>
  <dgm:cxnLst>
    <dgm:cxn modelId="{D4C18627-C853-42E4-BB13-64F93E9AFD1B}" type="presOf" srcId="{E1AD1DBC-9B34-4672-B365-6C5C7E96A5E5}" destId="{6942386B-9CB3-42BD-8359-D4983AE6BE94}" srcOrd="0" destOrd="0" presId="urn:microsoft.com/office/officeart/2008/layout/VerticalAccentList"/>
    <dgm:cxn modelId="{46DBFC28-5C33-4B88-8831-68037F695A48}" srcId="{3B990DCB-AF23-4094-864B-C8B99FA30370}" destId="{7DEF99AD-EC88-4718-B8D7-F22561235CEC}" srcOrd="0" destOrd="0" parTransId="{E16E29D3-9570-412D-93B6-B4CE77D1B6DD}" sibTransId="{456EA687-CA8C-4F68-B168-4C2E87ACC68B}"/>
    <dgm:cxn modelId="{8DAC0267-44CD-4D02-88C9-B2F8A13C158E}" srcId="{E1AD1DBC-9B34-4672-B365-6C5C7E96A5E5}" destId="{1D280956-61F1-44EA-89DD-47917582B346}" srcOrd="0" destOrd="0" parTransId="{F5F29254-C816-4B3B-A23C-846A234C8557}" sibTransId="{EC76378A-9F1D-482E-AF47-2DD7D70945B6}"/>
    <dgm:cxn modelId="{CB3A7C69-958C-4843-B7ED-83515A10A28C}" type="presOf" srcId="{27B4E690-4D0F-4D7A-BF6F-F3DD955F4988}" destId="{E32532E9-08CE-4B0A-BCE0-D0BA22A7E592}" srcOrd="0" destOrd="0" presId="urn:microsoft.com/office/officeart/2008/layout/VerticalAccentList"/>
    <dgm:cxn modelId="{CF311F6B-D75F-4E52-B24C-88CD9CE8788A}" type="presOf" srcId="{7DEF99AD-EC88-4718-B8D7-F22561235CEC}" destId="{B46F8A2D-B8E9-481F-97F6-8D8A2A54017A}" srcOrd="0" destOrd="0" presId="urn:microsoft.com/office/officeart/2008/layout/VerticalAccentList"/>
    <dgm:cxn modelId="{465DA86F-848F-4676-83D7-EF70E10772A2}" type="presOf" srcId="{240AA45F-7625-47CB-82DB-58CF98B59095}" destId="{A4E32358-9FAF-4554-AC0F-5ED0792D2EF5}" srcOrd="0" destOrd="0" presId="urn:microsoft.com/office/officeart/2008/layout/VerticalAccentList"/>
    <dgm:cxn modelId="{4E210A80-A0A8-4FC3-BB39-ADD0CB874D63}" srcId="{D3C5B8D2-1E6D-4BCA-9E4B-8A99C8D7BC4A}" destId="{E1AD1DBC-9B34-4672-B365-6C5C7E96A5E5}" srcOrd="2" destOrd="0" parTransId="{8C5C062E-BB4A-4159-9D81-9F19138DAF56}" sibTransId="{1A79B38F-A3E5-4698-99B4-A0F5A3E8CD65}"/>
    <dgm:cxn modelId="{19E96E93-9340-4B6D-9D0A-4E9BB27463D5}" type="presOf" srcId="{3B990DCB-AF23-4094-864B-C8B99FA30370}" destId="{1828D533-56A7-44F9-AB5F-B12D35D0CCA4}" srcOrd="0" destOrd="0" presId="urn:microsoft.com/office/officeart/2008/layout/VerticalAccentList"/>
    <dgm:cxn modelId="{CD70DE96-621F-451D-BE37-1E475264DF76}" type="presOf" srcId="{D3C5B8D2-1E6D-4BCA-9E4B-8A99C8D7BC4A}" destId="{AD265B07-23FB-4DFC-8F3D-B0DCAD6DF87E}" srcOrd="0" destOrd="0" presId="urn:microsoft.com/office/officeart/2008/layout/VerticalAccentList"/>
    <dgm:cxn modelId="{62126DBA-440F-4890-99E9-D0197B1F8AC3}" srcId="{240AA45F-7625-47CB-82DB-58CF98B59095}" destId="{27B4E690-4D0F-4D7A-BF6F-F3DD955F4988}" srcOrd="0"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0483E1C3-6C70-412E-AAC3-B46CFF6C18D1}" type="presOf" srcId="{1D280956-61F1-44EA-89DD-47917582B346}" destId="{7D1CCBD6-3740-4106-ACAE-D6E331C7E2C9}" srcOrd="0" destOrd="0" presId="urn:microsoft.com/office/officeart/2008/layout/VerticalAccentList"/>
    <dgm:cxn modelId="{159602F2-C521-4E1D-AE9F-D54CDD414A04}" srcId="{D3C5B8D2-1E6D-4BCA-9E4B-8A99C8D7BC4A}" destId="{240AA45F-7625-47CB-82DB-58CF98B59095}" srcOrd="1" destOrd="0" parTransId="{648CE750-928A-4617-818A-2C5528133922}" sibTransId="{A5F62957-BF38-47A2-B1D2-0D9C89C422D5}"/>
    <dgm:cxn modelId="{CEA96C6C-921E-4869-AF30-AC40641973C5}" type="presParOf" srcId="{AD265B07-23FB-4DFC-8F3D-B0DCAD6DF87E}" destId="{0E7F93D0-E3D1-48EE-9797-63EC830CCA06}" srcOrd="0" destOrd="0" presId="urn:microsoft.com/office/officeart/2008/layout/VerticalAccentList"/>
    <dgm:cxn modelId="{7AE7B410-5C42-4345-844B-3DB5BFA6EC00}" type="presParOf" srcId="{0E7F93D0-E3D1-48EE-9797-63EC830CCA06}" destId="{1828D533-56A7-44F9-AB5F-B12D35D0CCA4}" srcOrd="0" destOrd="0" presId="urn:microsoft.com/office/officeart/2008/layout/VerticalAccentList"/>
    <dgm:cxn modelId="{442B12D3-4930-4566-B61B-CD0BC84B0DEC}" type="presParOf" srcId="{AD265B07-23FB-4DFC-8F3D-B0DCAD6DF87E}" destId="{2A167B03-FCF6-480B-BD04-B18E95132E7F}" srcOrd="1" destOrd="0" presId="urn:microsoft.com/office/officeart/2008/layout/VerticalAccentList"/>
    <dgm:cxn modelId="{1421EF44-19EF-4353-9F90-16364BEED672}" type="presParOf" srcId="{2A167B03-FCF6-480B-BD04-B18E95132E7F}" destId="{B5E09CC3-072D-40C5-93CB-3CB61546DAC3}" srcOrd="0" destOrd="0" presId="urn:microsoft.com/office/officeart/2008/layout/VerticalAccentList"/>
    <dgm:cxn modelId="{BBA2AB61-C560-41CC-BA81-22F458E4B866}" type="presParOf" srcId="{2A167B03-FCF6-480B-BD04-B18E95132E7F}" destId="{7E5B5F30-562C-45F5-947C-105C96262837}" srcOrd="1" destOrd="0" presId="urn:microsoft.com/office/officeart/2008/layout/VerticalAccentList"/>
    <dgm:cxn modelId="{9EA84444-16FB-438D-A9EF-469EA6C26985}" type="presParOf" srcId="{2A167B03-FCF6-480B-BD04-B18E95132E7F}" destId="{BA96BDD2-A6C8-4432-8E71-D4E67320B8FF}" srcOrd="2" destOrd="0" presId="urn:microsoft.com/office/officeart/2008/layout/VerticalAccentList"/>
    <dgm:cxn modelId="{617F2C99-D54A-4E7A-A808-EDD59DF3FEFE}" type="presParOf" srcId="{2A167B03-FCF6-480B-BD04-B18E95132E7F}" destId="{2AAF1885-F2C6-4C50-A304-71F970C85713}" srcOrd="3" destOrd="0" presId="urn:microsoft.com/office/officeart/2008/layout/VerticalAccentList"/>
    <dgm:cxn modelId="{2B80935A-E43D-4116-87CE-50BE651BEF35}" type="presParOf" srcId="{2A167B03-FCF6-480B-BD04-B18E95132E7F}" destId="{1C9109EC-43D0-4356-8840-1C174E169D4F}" srcOrd="4" destOrd="0" presId="urn:microsoft.com/office/officeart/2008/layout/VerticalAccentList"/>
    <dgm:cxn modelId="{2E077FC3-3EF6-48E3-80AF-AE8ED36C8E72}" type="presParOf" srcId="{2A167B03-FCF6-480B-BD04-B18E95132E7F}" destId="{F580C234-F277-4109-8F54-CBF87BE4B61B}" srcOrd="5" destOrd="0" presId="urn:microsoft.com/office/officeart/2008/layout/VerticalAccentList"/>
    <dgm:cxn modelId="{255FEECD-7F3D-402F-93FC-1969E508A25B}" type="presParOf" srcId="{2A167B03-FCF6-480B-BD04-B18E95132E7F}" destId="{C2DC7889-4537-4EA1-8B7E-3B1E25B6DE4C}" srcOrd="6" destOrd="0" presId="urn:microsoft.com/office/officeart/2008/layout/VerticalAccentList"/>
    <dgm:cxn modelId="{12B83891-D4F8-4F22-B0BA-D67EF62D5F7A}" type="presParOf" srcId="{2A167B03-FCF6-480B-BD04-B18E95132E7F}" destId="{B46F8A2D-B8E9-481F-97F6-8D8A2A54017A}" srcOrd="7" destOrd="0" presId="urn:microsoft.com/office/officeart/2008/layout/VerticalAccentList"/>
    <dgm:cxn modelId="{4251ACE2-63BB-438D-82F7-5DD3B711FD88}" type="presParOf" srcId="{AD265B07-23FB-4DFC-8F3D-B0DCAD6DF87E}" destId="{261D04E4-2B56-456D-ABEC-1649C35A46F4}" srcOrd="2" destOrd="0" presId="urn:microsoft.com/office/officeart/2008/layout/VerticalAccentList"/>
    <dgm:cxn modelId="{295EBDB8-43DF-4576-A1B1-40ECB0B05A91}" type="presParOf" srcId="{AD265B07-23FB-4DFC-8F3D-B0DCAD6DF87E}" destId="{3CFDAEF9-1DF0-4C50-912D-A5CCDA52F9EA}" srcOrd="3" destOrd="0" presId="urn:microsoft.com/office/officeart/2008/layout/VerticalAccentList"/>
    <dgm:cxn modelId="{FA31AC89-74E7-48DE-944B-49C9DC0FD86A}" type="presParOf" srcId="{3CFDAEF9-1DF0-4C50-912D-A5CCDA52F9EA}" destId="{A4E32358-9FAF-4554-AC0F-5ED0792D2EF5}" srcOrd="0" destOrd="0" presId="urn:microsoft.com/office/officeart/2008/layout/VerticalAccentList"/>
    <dgm:cxn modelId="{921E02E9-07D4-4145-AA5E-A339EFA96F21}" type="presParOf" srcId="{AD265B07-23FB-4DFC-8F3D-B0DCAD6DF87E}" destId="{D2BF8E40-6E6F-4455-8548-D54325D6BFF6}" srcOrd="4" destOrd="0" presId="urn:microsoft.com/office/officeart/2008/layout/VerticalAccentList"/>
    <dgm:cxn modelId="{42E3A37F-FD57-4B4E-A061-B8F6ED5F569D}" type="presParOf" srcId="{D2BF8E40-6E6F-4455-8548-D54325D6BFF6}" destId="{694975F8-4C8F-474E-82FD-B2D3B38E3CE9}" srcOrd="0" destOrd="0" presId="urn:microsoft.com/office/officeart/2008/layout/VerticalAccentList"/>
    <dgm:cxn modelId="{45F9CEA7-377A-45FA-82A5-977E72E3621B}" type="presParOf" srcId="{D2BF8E40-6E6F-4455-8548-D54325D6BFF6}" destId="{3461506E-F2BB-405D-A55B-BEB6F1374518}" srcOrd="1" destOrd="0" presId="urn:microsoft.com/office/officeart/2008/layout/VerticalAccentList"/>
    <dgm:cxn modelId="{69AF3F4C-CE7A-4F22-A90A-91A961648B6A}" type="presParOf" srcId="{D2BF8E40-6E6F-4455-8548-D54325D6BFF6}" destId="{B43EA23D-813A-4C2D-A537-8243C507CEB5}" srcOrd="2" destOrd="0" presId="urn:microsoft.com/office/officeart/2008/layout/VerticalAccentList"/>
    <dgm:cxn modelId="{6E537D67-0C02-4E08-827A-AC136F2706A3}" type="presParOf" srcId="{D2BF8E40-6E6F-4455-8548-D54325D6BFF6}" destId="{9B2EDFA1-E5EE-473E-86DC-A299D77CF06C}" srcOrd="3" destOrd="0" presId="urn:microsoft.com/office/officeart/2008/layout/VerticalAccentList"/>
    <dgm:cxn modelId="{14DB3B8B-A9C8-46E5-9BB6-2B37145B8606}" type="presParOf" srcId="{D2BF8E40-6E6F-4455-8548-D54325D6BFF6}" destId="{99CDA10C-4B9C-4F99-9CE8-2F50B1F51829}" srcOrd="4" destOrd="0" presId="urn:microsoft.com/office/officeart/2008/layout/VerticalAccentList"/>
    <dgm:cxn modelId="{4F147F1A-5D72-4727-ABAC-3825E132F69B}" type="presParOf" srcId="{D2BF8E40-6E6F-4455-8548-D54325D6BFF6}" destId="{A7A25454-564F-41D3-9BE8-A358F92A3958}" srcOrd="5" destOrd="0" presId="urn:microsoft.com/office/officeart/2008/layout/VerticalAccentList"/>
    <dgm:cxn modelId="{628F3601-BD6A-43A2-8E6B-19291BFD7397}" type="presParOf" srcId="{D2BF8E40-6E6F-4455-8548-D54325D6BFF6}" destId="{8F9A76A5-9999-4ECA-A9FA-4698A1E4CE80}" srcOrd="6" destOrd="0" presId="urn:microsoft.com/office/officeart/2008/layout/VerticalAccentList"/>
    <dgm:cxn modelId="{D7B28BCF-2C63-4FE5-88C8-D687461DCF68}" type="presParOf" srcId="{D2BF8E40-6E6F-4455-8548-D54325D6BFF6}" destId="{E32532E9-08CE-4B0A-BCE0-D0BA22A7E592}" srcOrd="7" destOrd="0" presId="urn:microsoft.com/office/officeart/2008/layout/VerticalAccentList"/>
    <dgm:cxn modelId="{BEC1F587-7536-4910-BFBB-6046AF07536F}" type="presParOf" srcId="{AD265B07-23FB-4DFC-8F3D-B0DCAD6DF87E}" destId="{F8CD1F9F-F85D-4751-9FA4-FFFFD796FEA9}" srcOrd="5" destOrd="0" presId="urn:microsoft.com/office/officeart/2008/layout/VerticalAccentList"/>
    <dgm:cxn modelId="{830A8486-1199-423E-80A9-EC3DA5B14880}" type="presParOf" srcId="{AD265B07-23FB-4DFC-8F3D-B0DCAD6DF87E}" destId="{A47DC8D3-5244-4038-8723-9AED2D034015}" srcOrd="6" destOrd="0" presId="urn:microsoft.com/office/officeart/2008/layout/VerticalAccentList"/>
    <dgm:cxn modelId="{D5E07FC5-CB05-4BAA-820A-3EB7FA940DBD}" type="presParOf" srcId="{A47DC8D3-5244-4038-8723-9AED2D034015}" destId="{6942386B-9CB3-42BD-8359-D4983AE6BE94}" srcOrd="0" destOrd="0" presId="urn:microsoft.com/office/officeart/2008/layout/VerticalAccentList"/>
    <dgm:cxn modelId="{FEF1833E-5559-48FB-ADF8-A8BD714DA266}" type="presParOf" srcId="{AD265B07-23FB-4DFC-8F3D-B0DCAD6DF87E}" destId="{7319F82F-7F09-4C2D-BBBD-4C83C12D619F}" srcOrd="7" destOrd="0" presId="urn:microsoft.com/office/officeart/2008/layout/VerticalAccentList"/>
    <dgm:cxn modelId="{05D59DCF-19A7-4013-AAE2-B7C2A2693FD5}" type="presParOf" srcId="{7319F82F-7F09-4C2D-BBBD-4C83C12D619F}" destId="{F0B1E947-A6D5-46E6-8DF3-38B6CD902A99}" srcOrd="0" destOrd="0" presId="urn:microsoft.com/office/officeart/2008/layout/VerticalAccentList"/>
    <dgm:cxn modelId="{024D7A27-27F3-4248-8859-23E22FE1824B}" type="presParOf" srcId="{7319F82F-7F09-4C2D-BBBD-4C83C12D619F}" destId="{797D383C-06AE-488E-BDDF-404AF7FBEC48}" srcOrd="1" destOrd="0" presId="urn:microsoft.com/office/officeart/2008/layout/VerticalAccentList"/>
    <dgm:cxn modelId="{C4A87DB9-E6FF-4AE9-B769-5C6A43A21B46}" type="presParOf" srcId="{7319F82F-7F09-4C2D-BBBD-4C83C12D619F}" destId="{D991157B-C2C1-4888-B216-C7ADFB07A709}" srcOrd="2" destOrd="0" presId="urn:microsoft.com/office/officeart/2008/layout/VerticalAccentList"/>
    <dgm:cxn modelId="{C8EB533B-582E-4C9A-B633-672CAE33F66E}" type="presParOf" srcId="{7319F82F-7F09-4C2D-BBBD-4C83C12D619F}" destId="{E3334218-EB00-497D-B4E5-25842E5B4CD8}" srcOrd="3" destOrd="0" presId="urn:microsoft.com/office/officeart/2008/layout/VerticalAccentList"/>
    <dgm:cxn modelId="{5593D506-D420-414C-B5D9-F946EF50FB85}" type="presParOf" srcId="{7319F82F-7F09-4C2D-BBBD-4C83C12D619F}" destId="{20F9E2D2-B621-4521-9646-440AB7497F1F}" srcOrd="4" destOrd="0" presId="urn:microsoft.com/office/officeart/2008/layout/VerticalAccentList"/>
    <dgm:cxn modelId="{C78483BE-6702-4CF8-A7E1-7E8B391BEE0E}" type="presParOf" srcId="{7319F82F-7F09-4C2D-BBBD-4C83C12D619F}" destId="{C8022930-DC19-4D8D-99CA-22B6F67B4F8C}" srcOrd="5" destOrd="0" presId="urn:microsoft.com/office/officeart/2008/layout/VerticalAccentList"/>
    <dgm:cxn modelId="{906FC6EA-3E05-48A5-B66E-F94216491A69}" type="presParOf" srcId="{7319F82F-7F09-4C2D-BBBD-4C83C12D619F}" destId="{09D53426-11B8-4B93-9FA7-2E1EF814C7CC}" srcOrd="6" destOrd="0" presId="urn:microsoft.com/office/officeart/2008/layout/VerticalAccentList"/>
    <dgm:cxn modelId="{A3333421-55E5-4684-99D2-B93E32856F92}" type="presParOf" srcId="{7319F82F-7F09-4C2D-BBBD-4C83C12D619F}" destId="{7D1CCBD6-3740-4106-ACAE-D6E331C7E2C9}" srcOrd="7"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C5B8D2-1E6D-4BCA-9E4B-8A99C8D7BC4A}" type="doc">
      <dgm:prSet loTypeId="urn:microsoft.com/office/officeart/2008/layout/VerticalAccentList" loCatId="list" qsTypeId="urn:microsoft.com/office/officeart/2005/8/quickstyle/simple5" qsCatId="simple" csTypeId="urn:microsoft.com/office/officeart/2005/8/colors/colorful1" csCatId="colorful" phldr="1"/>
      <dgm:spPr/>
      <dgm:t>
        <a:bodyPr/>
        <a:lstStyle/>
        <a:p>
          <a:endParaRPr lang="en-US"/>
        </a:p>
      </dgm:t>
    </dgm:pt>
    <dgm:pt modelId="{7DEF99AD-EC88-4718-B8D7-F22561235CEC}">
      <dgm:prSet phldrT="[Text]"/>
      <dgm:spPr/>
      <dgm:t>
        <a:bodyPr/>
        <a:lstStyle/>
        <a:p>
          <a:r>
            <a:rPr lang="en-US" b="1" dirty="0"/>
            <a:t>SINGLETON</a:t>
          </a:r>
        </a:p>
      </dgm:t>
    </dgm:pt>
    <dgm:pt modelId="{E16E29D3-9570-412D-93B6-B4CE77D1B6DD}" type="parTrans" cxnId="{46DBFC28-5C33-4B88-8831-68037F695A48}">
      <dgm:prSet/>
      <dgm:spPr/>
      <dgm:t>
        <a:bodyPr/>
        <a:lstStyle/>
        <a:p>
          <a:endParaRPr lang="en-US"/>
        </a:p>
      </dgm:t>
    </dgm:pt>
    <dgm:pt modelId="{456EA687-CA8C-4F68-B168-4C2E87ACC68B}" type="sibTrans" cxnId="{46DBFC28-5C33-4B88-8831-68037F695A48}">
      <dgm:prSet/>
      <dgm:spPr/>
      <dgm:t>
        <a:bodyPr/>
        <a:lstStyle/>
        <a:p>
          <a:endParaRPr lang="en-US"/>
        </a:p>
      </dgm:t>
    </dgm:pt>
    <dgm:pt modelId="{240AA45F-7625-47CB-82DB-58CF98B59095}">
      <dgm:prSet phldrT="[Text]"/>
      <dgm:spPr/>
      <dgm:t>
        <a:bodyPr/>
        <a:lstStyle/>
        <a:p>
          <a:endParaRPr lang="en-US" dirty="0"/>
        </a:p>
      </dgm:t>
    </dgm:pt>
    <dgm:pt modelId="{648CE750-928A-4617-818A-2C5528133922}" type="parTrans" cxnId="{159602F2-C521-4E1D-AE9F-D54CDD414A04}">
      <dgm:prSet/>
      <dgm:spPr/>
      <dgm:t>
        <a:bodyPr/>
        <a:lstStyle/>
        <a:p>
          <a:endParaRPr lang="en-US"/>
        </a:p>
      </dgm:t>
    </dgm:pt>
    <dgm:pt modelId="{A5F62957-BF38-47A2-B1D2-0D9C89C422D5}" type="sibTrans" cxnId="{159602F2-C521-4E1D-AE9F-D54CDD414A04}">
      <dgm:prSet/>
      <dgm:spPr/>
      <dgm:t>
        <a:bodyPr/>
        <a:lstStyle/>
        <a:p>
          <a:endParaRPr lang="en-US"/>
        </a:p>
      </dgm:t>
    </dgm:pt>
    <dgm:pt modelId="{27B4E690-4D0F-4D7A-BF6F-F3DD955F4988}">
      <dgm:prSet phldrT="[Text]"/>
      <dgm:spPr/>
      <dgm:t>
        <a:bodyPr/>
        <a:lstStyle/>
        <a:p>
          <a:r>
            <a:rPr lang="en-US" b="1" dirty="0"/>
            <a:t>FACTORY METHOD</a:t>
          </a:r>
        </a:p>
      </dgm:t>
    </dgm:pt>
    <dgm:pt modelId="{90D197D3-3303-4C80-A092-3B7BDF04FBF7}" type="parTrans" cxnId="{62126DBA-440F-4890-99E9-D0197B1F8AC3}">
      <dgm:prSet/>
      <dgm:spPr/>
      <dgm:t>
        <a:bodyPr/>
        <a:lstStyle/>
        <a:p>
          <a:endParaRPr lang="en-US"/>
        </a:p>
      </dgm:t>
    </dgm:pt>
    <dgm:pt modelId="{9A9FC636-BF64-4AA3-9111-3312D89D6371}" type="sibTrans" cxnId="{62126DBA-440F-4890-99E9-D0197B1F8AC3}">
      <dgm:prSet/>
      <dgm:spPr/>
      <dgm:t>
        <a:bodyPr/>
        <a:lstStyle/>
        <a:p>
          <a:endParaRPr lang="en-US"/>
        </a:p>
      </dgm:t>
    </dgm:pt>
    <dgm:pt modelId="{E1AD1DBC-9B34-4672-B365-6C5C7E96A5E5}">
      <dgm:prSet phldrT="[Text]"/>
      <dgm:spPr/>
      <dgm:t>
        <a:bodyPr/>
        <a:lstStyle/>
        <a:p>
          <a:endParaRPr lang="en-US" dirty="0"/>
        </a:p>
      </dgm:t>
    </dgm:pt>
    <dgm:pt modelId="{8C5C062E-BB4A-4159-9D81-9F19138DAF56}" type="parTrans" cxnId="{4E210A80-A0A8-4FC3-BB39-ADD0CB874D63}">
      <dgm:prSet/>
      <dgm:spPr/>
      <dgm:t>
        <a:bodyPr/>
        <a:lstStyle/>
        <a:p>
          <a:endParaRPr lang="en-US"/>
        </a:p>
      </dgm:t>
    </dgm:pt>
    <dgm:pt modelId="{1A79B38F-A3E5-4698-99B4-A0F5A3E8CD65}" type="sibTrans" cxnId="{4E210A80-A0A8-4FC3-BB39-ADD0CB874D63}">
      <dgm:prSet/>
      <dgm:spPr/>
      <dgm:t>
        <a:bodyPr/>
        <a:lstStyle/>
        <a:p>
          <a:endParaRPr lang="en-US"/>
        </a:p>
      </dgm:t>
    </dgm:pt>
    <dgm:pt modelId="{1D280956-61F1-44EA-89DD-47917582B346}">
      <dgm:prSet phldrT="[Text]"/>
      <dgm:spPr/>
      <dgm:t>
        <a:bodyPr/>
        <a:lstStyle/>
        <a:p>
          <a:r>
            <a:rPr lang="en-US" b="1" dirty="0"/>
            <a:t>BUILDER</a:t>
          </a:r>
        </a:p>
      </dgm:t>
    </dgm:pt>
    <dgm:pt modelId="{F5F29254-C816-4B3B-A23C-846A234C8557}" type="parTrans" cxnId="{8DAC0267-44CD-4D02-88C9-B2F8A13C158E}">
      <dgm:prSet/>
      <dgm:spPr/>
      <dgm:t>
        <a:bodyPr/>
        <a:lstStyle/>
        <a:p>
          <a:endParaRPr lang="en-US"/>
        </a:p>
      </dgm:t>
    </dgm:pt>
    <dgm:pt modelId="{EC76378A-9F1D-482E-AF47-2DD7D70945B6}" type="sibTrans" cxnId="{8DAC0267-44CD-4D02-88C9-B2F8A13C158E}">
      <dgm:prSet/>
      <dgm:spPr/>
      <dgm:t>
        <a:bodyPr/>
        <a:lstStyle/>
        <a:p>
          <a:endParaRPr lang="en-US"/>
        </a:p>
      </dgm:t>
    </dgm:pt>
    <dgm:pt modelId="{3B990DCB-AF23-4094-864B-C8B99FA30370}">
      <dgm:prSet phldrT="[Text]"/>
      <dgm:spPr/>
      <dgm:t>
        <a:bodyPr/>
        <a:lstStyle/>
        <a:p>
          <a:endParaRPr lang="en-US" dirty="0"/>
        </a:p>
      </dgm:t>
    </dgm:pt>
    <dgm:pt modelId="{8F93B7AA-ADE0-44B8-AFDE-9A1375C16706}" type="sibTrans" cxnId="{289A7ABA-98F5-4FB1-939B-2977E2B9EB8F}">
      <dgm:prSet/>
      <dgm:spPr/>
      <dgm:t>
        <a:bodyPr/>
        <a:lstStyle/>
        <a:p>
          <a:endParaRPr lang="en-US"/>
        </a:p>
      </dgm:t>
    </dgm:pt>
    <dgm:pt modelId="{9045AE91-C8DE-42D1-9697-92115E53B6EE}" type="parTrans" cxnId="{289A7ABA-98F5-4FB1-939B-2977E2B9EB8F}">
      <dgm:prSet/>
      <dgm:spPr/>
      <dgm:t>
        <a:bodyPr/>
        <a:lstStyle/>
        <a:p>
          <a:endParaRPr lang="en-US"/>
        </a:p>
      </dgm:t>
    </dgm:pt>
    <dgm:pt modelId="{AD265B07-23FB-4DFC-8F3D-B0DCAD6DF87E}" type="pres">
      <dgm:prSet presAssocID="{D3C5B8D2-1E6D-4BCA-9E4B-8A99C8D7BC4A}" presName="Name0" presStyleCnt="0">
        <dgm:presLayoutVars>
          <dgm:chMax/>
          <dgm:chPref/>
          <dgm:dir/>
        </dgm:presLayoutVars>
      </dgm:prSet>
      <dgm:spPr/>
    </dgm:pt>
    <dgm:pt modelId="{0E7F93D0-E3D1-48EE-9797-63EC830CCA06}" type="pres">
      <dgm:prSet presAssocID="{3B990DCB-AF23-4094-864B-C8B99FA30370}" presName="parenttextcomposite" presStyleCnt="0"/>
      <dgm:spPr/>
    </dgm:pt>
    <dgm:pt modelId="{1828D533-56A7-44F9-AB5F-B12D35D0CCA4}" type="pres">
      <dgm:prSet presAssocID="{3B990DCB-AF23-4094-864B-C8B99FA30370}" presName="parenttext" presStyleLbl="revTx" presStyleIdx="0" presStyleCnt="3">
        <dgm:presLayoutVars>
          <dgm:chMax/>
          <dgm:chPref val="2"/>
          <dgm:bulletEnabled val="1"/>
        </dgm:presLayoutVars>
      </dgm:prSet>
      <dgm:spPr/>
    </dgm:pt>
    <dgm:pt modelId="{2A167B03-FCF6-480B-BD04-B18E95132E7F}" type="pres">
      <dgm:prSet presAssocID="{3B990DCB-AF23-4094-864B-C8B99FA30370}" presName="composite" presStyleCnt="0"/>
      <dgm:spPr/>
    </dgm:pt>
    <dgm:pt modelId="{B5E09CC3-072D-40C5-93CB-3CB61546DAC3}" type="pres">
      <dgm:prSet presAssocID="{3B990DCB-AF23-4094-864B-C8B99FA30370}" presName="chevron1" presStyleLbl="alignNode1" presStyleIdx="0" presStyleCnt="21"/>
      <dgm:spPr/>
    </dgm:pt>
    <dgm:pt modelId="{7E5B5F30-562C-45F5-947C-105C96262837}" type="pres">
      <dgm:prSet presAssocID="{3B990DCB-AF23-4094-864B-C8B99FA30370}" presName="chevron2" presStyleLbl="alignNode1" presStyleIdx="1" presStyleCnt="21"/>
      <dgm:spPr/>
    </dgm:pt>
    <dgm:pt modelId="{BA96BDD2-A6C8-4432-8E71-D4E67320B8FF}" type="pres">
      <dgm:prSet presAssocID="{3B990DCB-AF23-4094-864B-C8B99FA30370}" presName="chevron3" presStyleLbl="alignNode1" presStyleIdx="2" presStyleCnt="21"/>
      <dgm:spPr/>
    </dgm:pt>
    <dgm:pt modelId="{2AAF1885-F2C6-4C50-A304-71F970C85713}" type="pres">
      <dgm:prSet presAssocID="{3B990DCB-AF23-4094-864B-C8B99FA30370}" presName="chevron4" presStyleLbl="alignNode1" presStyleIdx="3" presStyleCnt="21"/>
      <dgm:spPr/>
    </dgm:pt>
    <dgm:pt modelId="{1C9109EC-43D0-4356-8840-1C174E169D4F}" type="pres">
      <dgm:prSet presAssocID="{3B990DCB-AF23-4094-864B-C8B99FA30370}" presName="chevron5" presStyleLbl="alignNode1" presStyleIdx="4" presStyleCnt="21"/>
      <dgm:spPr/>
    </dgm:pt>
    <dgm:pt modelId="{F580C234-F277-4109-8F54-CBF87BE4B61B}" type="pres">
      <dgm:prSet presAssocID="{3B990DCB-AF23-4094-864B-C8B99FA30370}" presName="chevron6" presStyleLbl="alignNode1" presStyleIdx="5" presStyleCnt="21"/>
      <dgm:spPr/>
    </dgm:pt>
    <dgm:pt modelId="{C2DC7889-4537-4EA1-8B7E-3B1E25B6DE4C}" type="pres">
      <dgm:prSet presAssocID="{3B990DCB-AF23-4094-864B-C8B99FA30370}" presName="chevron7" presStyleLbl="alignNode1" presStyleIdx="6" presStyleCnt="21"/>
      <dgm:spPr/>
    </dgm:pt>
    <dgm:pt modelId="{B46F8A2D-B8E9-481F-97F6-8D8A2A54017A}" type="pres">
      <dgm:prSet presAssocID="{3B990DCB-AF23-4094-864B-C8B99FA30370}" presName="childtext" presStyleLbl="solidFgAcc1" presStyleIdx="0" presStyleCnt="3">
        <dgm:presLayoutVars>
          <dgm:chMax/>
          <dgm:chPref val="0"/>
          <dgm:bulletEnabled val="1"/>
        </dgm:presLayoutVars>
      </dgm:prSet>
      <dgm:spPr/>
    </dgm:pt>
    <dgm:pt modelId="{261D04E4-2B56-456D-ABEC-1649C35A46F4}" type="pres">
      <dgm:prSet presAssocID="{8F93B7AA-ADE0-44B8-AFDE-9A1375C16706}" presName="sibTrans" presStyleCnt="0"/>
      <dgm:spPr/>
    </dgm:pt>
    <dgm:pt modelId="{3CFDAEF9-1DF0-4C50-912D-A5CCDA52F9EA}" type="pres">
      <dgm:prSet presAssocID="{240AA45F-7625-47CB-82DB-58CF98B59095}" presName="parenttextcomposite" presStyleCnt="0"/>
      <dgm:spPr/>
    </dgm:pt>
    <dgm:pt modelId="{A4E32358-9FAF-4554-AC0F-5ED0792D2EF5}" type="pres">
      <dgm:prSet presAssocID="{240AA45F-7625-47CB-82DB-58CF98B59095}" presName="parenttext" presStyleLbl="revTx" presStyleIdx="1" presStyleCnt="3">
        <dgm:presLayoutVars>
          <dgm:chMax/>
          <dgm:chPref val="2"/>
          <dgm:bulletEnabled val="1"/>
        </dgm:presLayoutVars>
      </dgm:prSet>
      <dgm:spPr/>
    </dgm:pt>
    <dgm:pt modelId="{D2BF8E40-6E6F-4455-8548-D54325D6BFF6}" type="pres">
      <dgm:prSet presAssocID="{240AA45F-7625-47CB-82DB-58CF98B59095}" presName="composite" presStyleCnt="0"/>
      <dgm:spPr/>
    </dgm:pt>
    <dgm:pt modelId="{694975F8-4C8F-474E-82FD-B2D3B38E3CE9}" type="pres">
      <dgm:prSet presAssocID="{240AA45F-7625-47CB-82DB-58CF98B59095}" presName="chevron1" presStyleLbl="alignNode1" presStyleIdx="7" presStyleCnt="21"/>
      <dgm:spPr/>
    </dgm:pt>
    <dgm:pt modelId="{3461506E-F2BB-405D-A55B-BEB6F1374518}" type="pres">
      <dgm:prSet presAssocID="{240AA45F-7625-47CB-82DB-58CF98B59095}" presName="chevron2" presStyleLbl="alignNode1" presStyleIdx="8" presStyleCnt="21"/>
      <dgm:spPr/>
    </dgm:pt>
    <dgm:pt modelId="{B43EA23D-813A-4C2D-A537-8243C507CEB5}" type="pres">
      <dgm:prSet presAssocID="{240AA45F-7625-47CB-82DB-58CF98B59095}" presName="chevron3" presStyleLbl="alignNode1" presStyleIdx="9" presStyleCnt="21"/>
      <dgm:spPr/>
    </dgm:pt>
    <dgm:pt modelId="{9B2EDFA1-E5EE-473E-86DC-A299D77CF06C}" type="pres">
      <dgm:prSet presAssocID="{240AA45F-7625-47CB-82DB-58CF98B59095}" presName="chevron4" presStyleLbl="alignNode1" presStyleIdx="10" presStyleCnt="21"/>
      <dgm:spPr/>
    </dgm:pt>
    <dgm:pt modelId="{99CDA10C-4B9C-4F99-9CE8-2F50B1F51829}" type="pres">
      <dgm:prSet presAssocID="{240AA45F-7625-47CB-82DB-58CF98B59095}" presName="chevron5" presStyleLbl="alignNode1" presStyleIdx="11" presStyleCnt="21"/>
      <dgm:spPr/>
    </dgm:pt>
    <dgm:pt modelId="{A7A25454-564F-41D3-9BE8-A358F92A3958}" type="pres">
      <dgm:prSet presAssocID="{240AA45F-7625-47CB-82DB-58CF98B59095}" presName="chevron6" presStyleLbl="alignNode1" presStyleIdx="12" presStyleCnt="21"/>
      <dgm:spPr/>
    </dgm:pt>
    <dgm:pt modelId="{8F9A76A5-9999-4ECA-A9FA-4698A1E4CE80}" type="pres">
      <dgm:prSet presAssocID="{240AA45F-7625-47CB-82DB-58CF98B59095}" presName="chevron7" presStyleLbl="alignNode1" presStyleIdx="13" presStyleCnt="21"/>
      <dgm:spPr/>
    </dgm:pt>
    <dgm:pt modelId="{E32532E9-08CE-4B0A-BCE0-D0BA22A7E592}" type="pres">
      <dgm:prSet presAssocID="{240AA45F-7625-47CB-82DB-58CF98B59095}" presName="childtext" presStyleLbl="solidFgAcc1" presStyleIdx="1" presStyleCnt="3">
        <dgm:presLayoutVars>
          <dgm:chMax/>
          <dgm:chPref val="0"/>
          <dgm:bulletEnabled val="1"/>
        </dgm:presLayoutVars>
      </dgm:prSet>
      <dgm:spPr/>
    </dgm:pt>
    <dgm:pt modelId="{F8CD1F9F-F85D-4751-9FA4-FFFFD796FEA9}" type="pres">
      <dgm:prSet presAssocID="{A5F62957-BF38-47A2-B1D2-0D9C89C422D5}" presName="sibTrans" presStyleCnt="0"/>
      <dgm:spPr/>
    </dgm:pt>
    <dgm:pt modelId="{A47DC8D3-5244-4038-8723-9AED2D034015}" type="pres">
      <dgm:prSet presAssocID="{E1AD1DBC-9B34-4672-B365-6C5C7E96A5E5}" presName="parenttextcomposite" presStyleCnt="0"/>
      <dgm:spPr/>
    </dgm:pt>
    <dgm:pt modelId="{6942386B-9CB3-42BD-8359-D4983AE6BE94}" type="pres">
      <dgm:prSet presAssocID="{E1AD1DBC-9B34-4672-B365-6C5C7E96A5E5}" presName="parenttext" presStyleLbl="revTx" presStyleIdx="2" presStyleCnt="3">
        <dgm:presLayoutVars>
          <dgm:chMax/>
          <dgm:chPref val="2"/>
          <dgm:bulletEnabled val="1"/>
        </dgm:presLayoutVars>
      </dgm:prSet>
      <dgm:spPr/>
    </dgm:pt>
    <dgm:pt modelId="{7319F82F-7F09-4C2D-BBBD-4C83C12D619F}" type="pres">
      <dgm:prSet presAssocID="{E1AD1DBC-9B34-4672-B365-6C5C7E96A5E5}" presName="composite" presStyleCnt="0"/>
      <dgm:spPr/>
    </dgm:pt>
    <dgm:pt modelId="{F0B1E947-A6D5-46E6-8DF3-38B6CD902A99}" type="pres">
      <dgm:prSet presAssocID="{E1AD1DBC-9B34-4672-B365-6C5C7E96A5E5}" presName="chevron1" presStyleLbl="alignNode1" presStyleIdx="14" presStyleCnt="21"/>
      <dgm:spPr/>
    </dgm:pt>
    <dgm:pt modelId="{797D383C-06AE-488E-BDDF-404AF7FBEC48}" type="pres">
      <dgm:prSet presAssocID="{E1AD1DBC-9B34-4672-B365-6C5C7E96A5E5}" presName="chevron2" presStyleLbl="alignNode1" presStyleIdx="15" presStyleCnt="21"/>
      <dgm:spPr/>
    </dgm:pt>
    <dgm:pt modelId="{D991157B-C2C1-4888-B216-C7ADFB07A709}" type="pres">
      <dgm:prSet presAssocID="{E1AD1DBC-9B34-4672-B365-6C5C7E96A5E5}" presName="chevron3" presStyleLbl="alignNode1" presStyleIdx="16" presStyleCnt="21"/>
      <dgm:spPr/>
    </dgm:pt>
    <dgm:pt modelId="{E3334218-EB00-497D-B4E5-25842E5B4CD8}" type="pres">
      <dgm:prSet presAssocID="{E1AD1DBC-9B34-4672-B365-6C5C7E96A5E5}" presName="chevron4" presStyleLbl="alignNode1" presStyleIdx="17" presStyleCnt="21"/>
      <dgm:spPr/>
    </dgm:pt>
    <dgm:pt modelId="{20F9E2D2-B621-4521-9646-440AB7497F1F}" type="pres">
      <dgm:prSet presAssocID="{E1AD1DBC-9B34-4672-B365-6C5C7E96A5E5}" presName="chevron5" presStyleLbl="alignNode1" presStyleIdx="18" presStyleCnt="21"/>
      <dgm:spPr/>
    </dgm:pt>
    <dgm:pt modelId="{C8022930-DC19-4D8D-99CA-22B6F67B4F8C}" type="pres">
      <dgm:prSet presAssocID="{E1AD1DBC-9B34-4672-B365-6C5C7E96A5E5}" presName="chevron6" presStyleLbl="alignNode1" presStyleIdx="19" presStyleCnt="21"/>
      <dgm:spPr/>
    </dgm:pt>
    <dgm:pt modelId="{09D53426-11B8-4B93-9FA7-2E1EF814C7CC}" type="pres">
      <dgm:prSet presAssocID="{E1AD1DBC-9B34-4672-B365-6C5C7E96A5E5}" presName="chevron7" presStyleLbl="alignNode1" presStyleIdx="20" presStyleCnt="21"/>
      <dgm:spPr/>
    </dgm:pt>
    <dgm:pt modelId="{7D1CCBD6-3740-4106-ACAE-D6E331C7E2C9}" type="pres">
      <dgm:prSet presAssocID="{E1AD1DBC-9B34-4672-B365-6C5C7E96A5E5}" presName="childtext" presStyleLbl="solidFgAcc1" presStyleIdx="2" presStyleCnt="3" custLinFactNeighborX="728" custLinFactNeighborY="-3278">
        <dgm:presLayoutVars>
          <dgm:chMax/>
          <dgm:chPref val="0"/>
          <dgm:bulletEnabled val="1"/>
        </dgm:presLayoutVars>
      </dgm:prSet>
      <dgm:spPr/>
    </dgm:pt>
  </dgm:ptLst>
  <dgm:cxnLst>
    <dgm:cxn modelId="{D4C18627-C853-42E4-BB13-64F93E9AFD1B}" type="presOf" srcId="{E1AD1DBC-9B34-4672-B365-6C5C7E96A5E5}" destId="{6942386B-9CB3-42BD-8359-D4983AE6BE94}" srcOrd="0" destOrd="0" presId="urn:microsoft.com/office/officeart/2008/layout/VerticalAccentList"/>
    <dgm:cxn modelId="{46DBFC28-5C33-4B88-8831-68037F695A48}" srcId="{3B990DCB-AF23-4094-864B-C8B99FA30370}" destId="{7DEF99AD-EC88-4718-B8D7-F22561235CEC}" srcOrd="0" destOrd="0" parTransId="{E16E29D3-9570-412D-93B6-B4CE77D1B6DD}" sibTransId="{456EA687-CA8C-4F68-B168-4C2E87ACC68B}"/>
    <dgm:cxn modelId="{8DAC0267-44CD-4D02-88C9-B2F8A13C158E}" srcId="{E1AD1DBC-9B34-4672-B365-6C5C7E96A5E5}" destId="{1D280956-61F1-44EA-89DD-47917582B346}" srcOrd="0" destOrd="0" parTransId="{F5F29254-C816-4B3B-A23C-846A234C8557}" sibTransId="{EC76378A-9F1D-482E-AF47-2DD7D70945B6}"/>
    <dgm:cxn modelId="{CB3A7C69-958C-4843-B7ED-83515A10A28C}" type="presOf" srcId="{27B4E690-4D0F-4D7A-BF6F-F3DD955F4988}" destId="{E32532E9-08CE-4B0A-BCE0-D0BA22A7E592}" srcOrd="0" destOrd="0" presId="urn:microsoft.com/office/officeart/2008/layout/VerticalAccentList"/>
    <dgm:cxn modelId="{CF311F6B-D75F-4E52-B24C-88CD9CE8788A}" type="presOf" srcId="{7DEF99AD-EC88-4718-B8D7-F22561235CEC}" destId="{B46F8A2D-B8E9-481F-97F6-8D8A2A54017A}" srcOrd="0" destOrd="0" presId="urn:microsoft.com/office/officeart/2008/layout/VerticalAccentList"/>
    <dgm:cxn modelId="{465DA86F-848F-4676-83D7-EF70E10772A2}" type="presOf" srcId="{240AA45F-7625-47CB-82DB-58CF98B59095}" destId="{A4E32358-9FAF-4554-AC0F-5ED0792D2EF5}" srcOrd="0" destOrd="0" presId="urn:microsoft.com/office/officeart/2008/layout/VerticalAccentList"/>
    <dgm:cxn modelId="{4E210A80-A0A8-4FC3-BB39-ADD0CB874D63}" srcId="{D3C5B8D2-1E6D-4BCA-9E4B-8A99C8D7BC4A}" destId="{E1AD1DBC-9B34-4672-B365-6C5C7E96A5E5}" srcOrd="2" destOrd="0" parTransId="{8C5C062E-BB4A-4159-9D81-9F19138DAF56}" sibTransId="{1A79B38F-A3E5-4698-99B4-A0F5A3E8CD65}"/>
    <dgm:cxn modelId="{19E96E93-9340-4B6D-9D0A-4E9BB27463D5}" type="presOf" srcId="{3B990DCB-AF23-4094-864B-C8B99FA30370}" destId="{1828D533-56A7-44F9-AB5F-B12D35D0CCA4}" srcOrd="0" destOrd="0" presId="urn:microsoft.com/office/officeart/2008/layout/VerticalAccentList"/>
    <dgm:cxn modelId="{CD70DE96-621F-451D-BE37-1E475264DF76}" type="presOf" srcId="{D3C5B8D2-1E6D-4BCA-9E4B-8A99C8D7BC4A}" destId="{AD265B07-23FB-4DFC-8F3D-B0DCAD6DF87E}" srcOrd="0" destOrd="0" presId="urn:microsoft.com/office/officeart/2008/layout/VerticalAccentList"/>
    <dgm:cxn modelId="{62126DBA-440F-4890-99E9-D0197B1F8AC3}" srcId="{240AA45F-7625-47CB-82DB-58CF98B59095}" destId="{27B4E690-4D0F-4D7A-BF6F-F3DD955F4988}" srcOrd="0"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0483E1C3-6C70-412E-AAC3-B46CFF6C18D1}" type="presOf" srcId="{1D280956-61F1-44EA-89DD-47917582B346}" destId="{7D1CCBD6-3740-4106-ACAE-D6E331C7E2C9}" srcOrd="0" destOrd="0" presId="urn:microsoft.com/office/officeart/2008/layout/VerticalAccentList"/>
    <dgm:cxn modelId="{159602F2-C521-4E1D-AE9F-D54CDD414A04}" srcId="{D3C5B8D2-1E6D-4BCA-9E4B-8A99C8D7BC4A}" destId="{240AA45F-7625-47CB-82DB-58CF98B59095}" srcOrd="1" destOrd="0" parTransId="{648CE750-928A-4617-818A-2C5528133922}" sibTransId="{A5F62957-BF38-47A2-B1D2-0D9C89C422D5}"/>
    <dgm:cxn modelId="{CEA96C6C-921E-4869-AF30-AC40641973C5}" type="presParOf" srcId="{AD265B07-23FB-4DFC-8F3D-B0DCAD6DF87E}" destId="{0E7F93D0-E3D1-48EE-9797-63EC830CCA06}" srcOrd="0" destOrd="0" presId="urn:microsoft.com/office/officeart/2008/layout/VerticalAccentList"/>
    <dgm:cxn modelId="{7AE7B410-5C42-4345-844B-3DB5BFA6EC00}" type="presParOf" srcId="{0E7F93D0-E3D1-48EE-9797-63EC830CCA06}" destId="{1828D533-56A7-44F9-AB5F-B12D35D0CCA4}" srcOrd="0" destOrd="0" presId="urn:microsoft.com/office/officeart/2008/layout/VerticalAccentList"/>
    <dgm:cxn modelId="{442B12D3-4930-4566-B61B-CD0BC84B0DEC}" type="presParOf" srcId="{AD265B07-23FB-4DFC-8F3D-B0DCAD6DF87E}" destId="{2A167B03-FCF6-480B-BD04-B18E95132E7F}" srcOrd="1" destOrd="0" presId="urn:microsoft.com/office/officeart/2008/layout/VerticalAccentList"/>
    <dgm:cxn modelId="{1421EF44-19EF-4353-9F90-16364BEED672}" type="presParOf" srcId="{2A167B03-FCF6-480B-BD04-B18E95132E7F}" destId="{B5E09CC3-072D-40C5-93CB-3CB61546DAC3}" srcOrd="0" destOrd="0" presId="urn:microsoft.com/office/officeart/2008/layout/VerticalAccentList"/>
    <dgm:cxn modelId="{BBA2AB61-C560-41CC-BA81-22F458E4B866}" type="presParOf" srcId="{2A167B03-FCF6-480B-BD04-B18E95132E7F}" destId="{7E5B5F30-562C-45F5-947C-105C96262837}" srcOrd="1" destOrd="0" presId="urn:microsoft.com/office/officeart/2008/layout/VerticalAccentList"/>
    <dgm:cxn modelId="{9EA84444-16FB-438D-A9EF-469EA6C26985}" type="presParOf" srcId="{2A167B03-FCF6-480B-BD04-B18E95132E7F}" destId="{BA96BDD2-A6C8-4432-8E71-D4E67320B8FF}" srcOrd="2" destOrd="0" presId="urn:microsoft.com/office/officeart/2008/layout/VerticalAccentList"/>
    <dgm:cxn modelId="{617F2C99-D54A-4E7A-A808-EDD59DF3FEFE}" type="presParOf" srcId="{2A167B03-FCF6-480B-BD04-B18E95132E7F}" destId="{2AAF1885-F2C6-4C50-A304-71F970C85713}" srcOrd="3" destOrd="0" presId="urn:microsoft.com/office/officeart/2008/layout/VerticalAccentList"/>
    <dgm:cxn modelId="{2B80935A-E43D-4116-87CE-50BE651BEF35}" type="presParOf" srcId="{2A167B03-FCF6-480B-BD04-B18E95132E7F}" destId="{1C9109EC-43D0-4356-8840-1C174E169D4F}" srcOrd="4" destOrd="0" presId="urn:microsoft.com/office/officeart/2008/layout/VerticalAccentList"/>
    <dgm:cxn modelId="{2E077FC3-3EF6-48E3-80AF-AE8ED36C8E72}" type="presParOf" srcId="{2A167B03-FCF6-480B-BD04-B18E95132E7F}" destId="{F580C234-F277-4109-8F54-CBF87BE4B61B}" srcOrd="5" destOrd="0" presId="urn:microsoft.com/office/officeart/2008/layout/VerticalAccentList"/>
    <dgm:cxn modelId="{255FEECD-7F3D-402F-93FC-1969E508A25B}" type="presParOf" srcId="{2A167B03-FCF6-480B-BD04-B18E95132E7F}" destId="{C2DC7889-4537-4EA1-8B7E-3B1E25B6DE4C}" srcOrd="6" destOrd="0" presId="urn:microsoft.com/office/officeart/2008/layout/VerticalAccentList"/>
    <dgm:cxn modelId="{12B83891-D4F8-4F22-B0BA-D67EF62D5F7A}" type="presParOf" srcId="{2A167B03-FCF6-480B-BD04-B18E95132E7F}" destId="{B46F8A2D-B8E9-481F-97F6-8D8A2A54017A}" srcOrd="7" destOrd="0" presId="urn:microsoft.com/office/officeart/2008/layout/VerticalAccentList"/>
    <dgm:cxn modelId="{4251ACE2-63BB-438D-82F7-5DD3B711FD88}" type="presParOf" srcId="{AD265B07-23FB-4DFC-8F3D-B0DCAD6DF87E}" destId="{261D04E4-2B56-456D-ABEC-1649C35A46F4}" srcOrd="2" destOrd="0" presId="urn:microsoft.com/office/officeart/2008/layout/VerticalAccentList"/>
    <dgm:cxn modelId="{295EBDB8-43DF-4576-A1B1-40ECB0B05A91}" type="presParOf" srcId="{AD265B07-23FB-4DFC-8F3D-B0DCAD6DF87E}" destId="{3CFDAEF9-1DF0-4C50-912D-A5CCDA52F9EA}" srcOrd="3" destOrd="0" presId="urn:microsoft.com/office/officeart/2008/layout/VerticalAccentList"/>
    <dgm:cxn modelId="{FA31AC89-74E7-48DE-944B-49C9DC0FD86A}" type="presParOf" srcId="{3CFDAEF9-1DF0-4C50-912D-A5CCDA52F9EA}" destId="{A4E32358-9FAF-4554-AC0F-5ED0792D2EF5}" srcOrd="0" destOrd="0" presId="urn:microsoft.com/office/officeart/2008/layout/VerticalAccentList"/>
    <dgm:cxn modelId="{921E02E9-07D4-4145-AA5E-A339EFA96F21}" type="presParOf" srcId="{AD265B07-23FB-4DFC-8F3D-B0DCAD6DF87E}" destId="{D2BF8E40-6E6F-4455-8548-D54325D6BFF6}" srcOrd="4" destOrd="0" presId="urn:microsoft.com/office/officeart/2008/layout/VerticalAccentList"/>
    <dgm:cxn modelId="{42E3A37F-FD57-4B4E-A061-B8F6ED5F569D}" type="presParOf" srcId="{D2BF8E40-6E6F-4455-8548-D54325D6BFF6}" destId="{694975F8-4C8F-474E-82FD-B2D3B38E3CE9}" srcOrd="0" destOrd="0" presId="urn:microsoft.com/office/officeart/2008/layout/VerticalAccentList"/>
    <dgm:cxn modelId="{45F9CEA7-377A-45FA-82A5-977E72E3621B}" type="presParOf" srcId="{D2BF8E40-6E6F-4455-8548-D54325D6BFF6}" destId="{3461506E-F2BB-405D-A55B-BEB6F1374518}" srcOrd="1" destOrd="0" presId="urn:microsoft.com/office/officeart/2008/layout/VerticalAccentList"/>
    <dgm:cxn modelId="{69AF3F4C-CE7A-4F22-A90A-91A961648B6A}" type="presParOf" srcId="{D2BF8E40-6E6F-4455-8548-D54325D6BFF6}" destId="{B43EA23D-813A-4C2D-A537-8243C507CEB5}" srcOrd="2" destOrd="0" presId="urn:microsoft.com/office/officeart/2008/layout/VerticalAccentList"/>
    <dgm:cxn modelId="{6E537D67-0C02-4E08-827A-AC136F2706A3}" type="presParOf" srcId="{D2BF8E40-6E6F-4455-8548-D54325D6BFF6}" destId="{9B2EDFA1-E5EE-473E-86DC-A299D77CF06C}" srcOrd="3" destOrd="0" presId="urn:microsoft.com/office/officeart/2008/layout/VerticalAccentList"/>
    <dgm:cxn modelId="{14DB3B8B-A9C8-46E5-9BB6-2B37145B8606}" type="presParOf" srcId="{D2BF8E40-6E6F-4455-8548-D54325D6BFF6}" destId="{99CDA10C-4B9C-4F99-9CE8-2F50B1F51829}" srcOrd="4" destOrd="0" presId="urn:microsoft.com/office/officeart/2008/layout/VerticalAccentList"/>
    <dgm:cxn modelId="{4F147F1A-5D72-4727-ABAC-3825E132F69B}" type="presParOf" srcId="{D2BF8E40-6E6F-4455-8548-D54325D6BFF6}" destId="{A7A25454-564F-41D3-9BE8-A358F92A3958}" srcOrd="5" destOrd="0" presId="urn:microsoft.com/office/officeart/2008/layout/VerticalAccentList"/>
    <dgm:cxn modelId="{628F3601-BD6A-43A2-8E6B-19291BFD7397}" type="presParOf" srcId="{D2BF8E40-6E6F-4455-8548-D54325D6BFF6}" destId="{8F9A76A5-9999-4ECA-A9FA-4698A1E4CE80}" srcOrd="6" destOrd="0" presId="urn:microsoft.com/office/officeart/2008/layout/VerticalAccentList"/>
    <dgm:cxn modelId="{D7B28BCF-2C63-4FE5-88C8-D687461DCF68}" type="presParOf" srcId="{D2BF8E40-6E6F-4455-8548-D54325D6BFF6}" destId="{E32532E9-08CE-4B0A-BCE0-D0BA22A7E592}" srcOrd="7" destOrd="0" presId="urn:microsoft.com/office/officeart/2008/layout/VerticalAccentList"/>
    <dgm:cxn modelId="{BEC1F587-7536-4910-BFBB-6046AF07536F}" type="presParOf" srcId="{AD265B07-23FB-4DFC-8F3D-B0DCAD6DF87E}" destId="{F8CD1F9F-F85D-4751-9FA4-FFFFD796FEA9}" srcOrd="5" destOrd="0" presId="urn:microsoft.com/office/officeart/2008/layout/VerticalAccentList"/>
    <dgm:cxn modelId="{830A8486-1199-423E-80A9-EC3DA5B14880}" type="presParOf" srcId="{AD265B07-23FB-4DFC-8F3D-B0DCAD6DF87E}" destId="{A47DC8D3-5244-4038-8723-9AED2D034015}" srcOrd="6" destOrd="0" presId="urn:microsoft.com/office/officeart/2008/layout/VerticalAccentList"/>
    <dgm:cxn modelId="{D5E07FC5-CB05-4BAA-820A-3EB7FA940DBD}" type="presParOf" srcId="{A47DC8D3-5244-4038-8723-9AED2D034015}" destId="{6942386B-9CB3-42BD-8359-D4983AE6BE94}" srcOrd="0" destOrd="0" presId="urn:microsoft.com/office/officeart/2008/layout/VerticalAccentList"/>
    <dgm:cxn modelId="{FEF1833E-5559-48FB-ADF8-A8BD714DA266}" type="presParOf" srcId="{AD265B07-23FB-4DFC-8F3D-B0DCAD6DF87E}" destId="{7319F82F-7F09-4C2D-BBBD-4C83C12D619F}" srcOrd="7" destOrd="0" presId="urn:microsoft.com/office/officeart/2008/layout/VerticalAccentList"/>
    <dgm:cxn modelId="{05D59DCF-19A7-4013-AAE2-B7C2A2693FD5}" type="presParOf" srcId="{7319F82F-7F09-4C2D-BBBD-4C83C12D619F}" destId="{F0B1E947-A6D5-46E6-8DF3-38B6CD902A99}" srcOrd="0" destOrd="0" presId="urn:microsoft.com/office/officeart/2008/layout/VerticalAccentList"/>
    <dgm:cxn modelId="{024D7A27-27F3-4248-8859-23E22FE1824B}" type="presParOf" srcId="{7319F82F-7F09-4C2D-BBBD-4C83C12D619F}" destId="{797D383C-06AE-488E-BDDF-404AF7FBEC48}" srcOrd="1" destOrd="0" presId="urn:microsoft.com/office/officeart/2008/layout/VerticalAccentList"/>
    <dgm:cxn modelId="{C4A87DB9-E6FF-4AE9-B769-5C6A43A21B46}" type="presParOf" srcId="{7319F82F-7F09-4C2D-BBBD-4C83C12D619F}" destId="{D991157B-C2C1-4888-B216-C7ADFB07A709}" srcOrd="2" destOrd="0" presId="urn:microsoft.com/office/officeart/2008/layout/VerticalAccentList"/>
    <dgm:cxn modelId="{C8EB533B-582E-4C9A-B633-672CAE33F66E}" type="presParOf" srcId="{7319F82F-7F09-4C2D-BBBD-4C83C12D619F}" destId="{E3334218-EB00-497D-B4E5-25842E5B4CD8}" srcOrd="3" destOrd="0" presId="urn:microsoft.com/office/officeart/2008/layout/VerticalAccentList"/>
    <dgm:cxn modelId="{5593D506-D420-414C-B5D9-F946EF50FB85}" type="presParOf" srcId="{7319F82F-7F09-4C2D-BBBD-4C83C12D619F}" destId="{20F9E2D2-B621-4521-9646-440AB7497F1F}" srcOrd="4" destOrd="0" presId="urn:microsoft.com/office/officeart/2008/layout/VerticalAccentList"/>
    <dgm:cxn modelId="{C78483BE-6702-4CF8-A7E1-7E8B391BEE0E}" type="presParOf" srcId="{7319F82F-7F09-4C2D-BBBD-4C83C12D619F}" destId="{C8022930-DC19-4D8D-99CA-22B6F67B4F8C}" srcOrd="5" destOrd="0" presId="urn:microsoft.com/office/officeart/2008/layout/VerticalAccentList"/>
    <dgm:cxn modelId="{906FC6EA-3E05-48A5-B66E-F94216491A69}" type="presParOf" srcId="{7319F82F-7F09-4C2D-BBBD-4C83C12D619F}" destId="{09D53426-11B8-4B93-9FA7-2E1EF814C7CC}" srcOrd="6" destOrd="0" presId="urn:microsoft.com/office/officeart/2008/layout/VerticalAccentList"/>
    <dgm:cxn modelId="{A3333421-55E5-4684-99D2-B93E32856F92}" type="presParOf" srcId="{7319F82F-7F09-4C2D-BBBD-4C83C12D619F}" destId="{7D1CCBD6-3740-4106-ACAE-D6E331C7E2C9}" srcOrd="7" destOrd="0" presId="urn:microsoft.com/office/officeart/2008/layout/VerticalAccentLis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C5B8D2-1E6D-4BCA-9E4B-8A99C8D7BC4A}" type="doc">
      <dgm:prSet loTypeId="urn:diagrams.loki3.com/VaryingWidthList" loCatId="list" qsTypeId="urn:microsoft.com/office/officeart/2005/8/quickstyle/3d7" qsCatId="3D" csTypeId="urn:microsoft.com/office/officeart/2005/8/colors/colorful1" csCatId="colorful" phldr="1"/>
      <dgm:spPr/>
      <dgm:t>
        <a:bodyPr/>
        <a:lstStyle/>
        <a:p>
          <a:endParaRPr lang="en-US"/>
        </a:p>
      </dgm:t>
    </dgm:pt>
    <dgm:pt modelId="{27B4E690-4D0F-4D7A-BF6F-F3DD955F4988}">
      <dgm:prSet phldrT="[Text]"/>
      <dgm:spPr/>
      <dgm:t>
        <a:bodyPr/>
        <a:lstStyle/>
        <a:p>
          <a:r>
            <a:rPr lang="en-US" b="1" dirty="0"/>
            <a:t>BRIDGE</a:t>
          </a:r>
        </a:p>
      </dgm:t>
    </dgm:pt>
    <dgm:pt modelId="{90D197D3-3303-4C80-A092-3B7BDF04FBF7}" type="parTrans" cxnId="{62126DBA-440F-4890-99E9-D0197B1F8AC3}">
      <dgm:prSet/>
      <dgm:spPr/>
      <dgm:t>
        <a:bodyPr/>
        <a:lstStyle/>
        <a:p>
          <a:endParaRPr lang="en-US"/>
        </a:p>
      </dgm:t>
    </dgm:pt>
    <dgm:pt modelId="{9A9FC636-BF64-4AA3-9111-3312D89D6371}" type="sibTrans" cxnId="{62126DBA-440F-4890-99E9-D0197B1F8AC3}">
      <dgm:prSet/>
      <dgm:spPr/>
      <dgm:t>
        <a:bodyPr/>
        <a:lstStyle/>
        <a:p>
          <a:endParaRPr lang="en-US"/>
        </a:p>
      </dgm:t>
    </dgm:pt>
    <dgm:pt modelId="{1D280956-61F1-44EA-89DD-47917582B346}">
      <dgm:prSet phldrT="[Text]"/>
      <dgm:spPr/>
      <dgm:t>
        <a:bodyPr/>
        <a:lstStyle/>
        <a:p>
          <a:r>
            <a:rPr lang="en-US" b="1" dirty="0"/>
            <a:t>COMPOSITE</a:t>
          </a:r>
        </a:p>
      </dgm:t>
    </dgm:pt>
    <dgm:pt modelId="{F5F29254-C816-4B3B-A23C-846A234C8557}" type="parTrans" cxnId="{8DAC0267-44CD-4D02-88C9-B2F8A13C158E}">
      <dgm:prSet/>
      <dgm:spPr/>
      <dgm:t>
        <a:bodyPr/>
        <a:lstStyle/>
        <a:p>
          <a:endParaRPr lang="en-US"/>
        </a:p>
      </dgm:t>
    </dgm:pt>
    <dgm:pt modelId="{EC76378A-9F1D-482E-AF47-2DD7D70945B6}" type="sibTrans" cxnId="{8DAC0267-44CD-4D02-88C9-B2F8A13C158E}">
      <dgm:prSet/>
      <dgm:spPr/>
      <dgm:t>
        <a:bodyPr/>
        <a:lstStyle/>
        <a:p>
          <a:endParaRPr lang="en-US"/>
        </a:p>
      </dgm:t>
    </dgm:pt>
    <dgm:pt modelId="{3B990DCB-AF23-4094-864B-C8B99FA30370}">
      <dgm:prSet phldrT="[Text]"/>
      <dgm:spPr/>
      <dgm:t>
        <a:bodyPr/>
        <a:lstStyle/>
        <a:p>
          <a:r>
            <a:rPr lang="en-US" b="1"/>
            <a:t>ADAPTER</a:t>
          </a:r>
          <a:endParaRPr lang="en-US" dirty="0"/>
        </a:p>
      </dgm:t>
    </dgm:pt>
    <dgm:pt modelId="{8F93B7AA-ADE0-44B8-AFDE-9A1375C16706}" type="sibTrans" cxnId="{289A7ABA-98F5-4FB1-939B-2977E2B9EB8F}">
      <dgm:prSet/>
      <dgm:spPr/>
      <dgm:t>
        <a:bodyPr/>
        <a:lstStyle/>
        <a:p>
          <a:endParaRPr lang="en-US"/>
        </a:p>
      </dgm:t>
    </dgm:pt>
    <dgm:pt modelId="{9045AE91-C8DE-42D1-9697-92115E53B6EE}" type="parTrans" cxnId="{289A7ABA-98F5-4FB1-939B-2977E2B9EB8F}">
      <dgm:prSet/>
      <dgm:spPr/>
      <dgm:t>
        <a:bodyPr/>
        <a:lstStyle/>
        <a:p>
          <a:endParaRPr lang="en-US"/>
        </a:p>
      </dgm:t>
    </dgm:pt>
    <dgm:pt modelId="{F34C2DEF-E12F-49DE-A947-0FBF77344B04}">
      <dgm:prSet phldrT="[Text]"/>
      <dgm:spPr/>
      <dgm:t>
        <a:bodyPr/>
        <a:lstStyle/>
        <a:p>
          <a:r>
            <a:rPr lang="en-US" b="1" dirty="0"/>
            <a:t>DECORATOR</a:t>
          </a:r>
        </a:p>
      </dgm:t>
    </dgm:pt>
    <dgm:pt modelId="{805BF417-F8B1-4D98-ACF0-2E1685BF1825}" type="parTrans" cxnId="{0E392513-9C07-4675-A143-98A982AD56F2}">
      <dgm:prSet/>
      <dgm:spPr/>
      <dgm:t>
        <a:bodyPr/>
        <a:lstStyle/>
        <a:p>
          <a:endParaRPr lang="en-GB"/>
        </a:p>
      </dgm:t>
    </dgm:pt>
    <dgm:pt modelId="{1A346B78-3A6C-4BD8-8A5D-5331B125181B}" type="sibTrans" cxnId="{0E392513-9C07-4675-A143-98A982AD56F2}">
      <dgm:prSet/>
      <dgm:spPr/>
      <dgm:t>
        <a:bodyPr/>
        <a:lstStyle/>
        <a:p>
          <a:endParaRPr lang="en-GB"/>
        </a:p>
      </dgm:t>
    </dgm:pt>
    <dgm:pt modelId="{55487FEB-9F82-46C9-ABD0-E398E8F120F2}">
      <dgm:prSet phldrT="[Text]"/>
      <dgm:spPr/>
      <dgm:t>
        <a:bodyPr/>
        <a:lstStyle/>
        <a:p>
          <a:r>
            <a:rPr lang="en-US" b="1" dirty="0"/>
            <a:t>FACADE</a:t>
          </a:r>
        </a:p>
      </dgm:t>
    </dgm:pt>
    <dgm:pt modelId="{48A32C3A-1888-48BC-8287-6039FA872A7E}" type="parTrans" cxnId="{B42189BE-C8FE-4423-9D74-6367D8857697}">
      <dgm:prSet/>
      <dgm:spPr/>
      <dgm:t>
        <a:bodyPr/>
        <a:lstStyle/>
        <a:p>
          <a:endParaRPr lang="en-GB"/>
        </a:p>
      </dgm:t>
    </dgm:pt>
    <dgm:pt modelId="{C02FD912-51E8-412F-B17D-3EB7F9DCA3CA}" type="sibTrans" cxnId="{B42189BE-C8FE-4423-9D74-6367D8857697}">
      <dgm:prSet/>
      <dgm:spPr/>
      <dgm:t>
        <a:bodyPr/>
        <a:lstStyle/>
        <a:p>
          <a:endParaRPr lang="en-GB"/>
        </a:p>
      </dgm:t>
    </dgm:pt>
    <dgm:pt modelId="{06F3FFA9-03CC-43DD-A046-4527A56A53FA}">
      <dgm:prSet phldrT="[Text]"/>
      <dgm:spPr/>
      <dgm:t>
        <a:bodyPr/>
        <a:lstStyle/>
        <a:p>
          <a:r>
            <a:rPr lang="en-US" b="1" dirty="0"/>
            <a:t>FLYWEIGHT</a:t>
          </a:r>
        </a:p>
      </dgm:t>
    </dgm:pt>
    <dgm:pt modelId="{700B9469-9781-4B60-B90D-28CD6447C8D6}" type="parTrans" cxnId="{A37DE7E4-6E7A-4B9D-87FD-D7ADF028FAA8}">
      <dgm:prSet/>
      <dgm:spPr/>
      <dgm:t>
        <a:bodyPr/>
        <a:lstStyle/>
        <a:p>
          <a:endParaRPr lang="en-GB"/>
        </a:p>
      </dgm:t>
    </dgm:pt>
    <dgm:pt modelId="{889293E2-F79B-4126-A6A4-E1F512BF1805}" type="sibTrans" cxnId="{A37DE7E4-6E7A-4B9D-87FD-D7ADF028FAA8}">
      <dgm:prSet/>
      <dgm:spPr/>
      <dgm:t>
        <a:bodyPr/>
        <a:lstStyle/>
        <a:p>
          <a:endParaRPr lang="en-GB"/>
        </a:p>
      </dgm:t>
    </dgm:pt>
    <dgm:pt modelId="{0898D444-9C90-4DB0-AA6A-7E35DF8325BA}">
      <dgm:prSet phldrT="[Text]"/>
      <dgm:spPr/>
      <dgm:t>
        <a:bodyPr/>
        <a:lstStyle/>
        <a:p>
          <a:r>
            <a:rPr lang="en-US" b="1" dirty="0"/>
            <a:t>PROXY</a:t>
          </a:r>
        </a:p>
      </dgm:t>
    </dgm:pt>
    <dgm:pt modelId="{1737765F-B4ED-4E4F-AA97-9B385BDE4809}" type="parTrans" cxnId="{02E94AE0-1382-4382-8645-1FA402827735}">
      <dgm:prSet/>
      <dgm:spPr/>
      <dgm:t>
        <a:bodyPr/>
        <a:lstStyle/>
        <a:p>
          <a:endParaRPr lang="en-GB"/>
        </a:p>
      </dgm:t>
    </dgm:pt>
    <dgm:pt modelId="{D4FBF82A-7B85-4777-AD32-C1CADE6E1B0D}" type="sibTrans" cxnId="{02E94AE0-1382-4382-8645-1FA402827735}">
      <dgm:prSet/>
      <dgm:spPr/>
      <dgm:t>
        <a:bodyPr/>
        <a:lstStyle/>
        <a:p>
          <a:endParaRPr lang="en-GB"/>
        </a:p>
      </dgm:t>
    </dgm:pt>
    <dgm:pt modelId="{9D61B588-0250-42A8-A132-88394AD92A51}" type="pres">
      <dgm:prSet presAssocID="{D3C5B8D2-1E6D-4BCA-9E4B-8A99C8D7BC4A}" presName="Name0" presStyleCnt="0">
        <dgm:presLayoutVars>
          <dgm:resizeHandles/>
        </dgm:presLayoutVars>
      </dgm:prSet>
      <dgm:spPr/>
    </dgm:pt>
    <dgm:pt modelId="{C8DF8815-4F45-4A90-B72D-BF27F5A65C67}" type="pres">
      <dgm:prSet presAssocID="{3B990DCB-AF23-4094-864B-C8B99FA30370}" presName="text" presStyleLbl="node1" presStyleIdx="0" presStyleCnt="7">
        <dgm:presLayoutVars>
          <dgm:bulletEnabled val="1"/>
        </dgm:presLayoutVars>
      </dgm:prSet>
      <dgm:spPr/>
    </dgm:pt>
    <dgm:pt modelId="{4B2DFC5D-DD20-4635-A215-B596E5699BA7}" type="pres">
      <dgm:prSet presAssocID="{8F93B7AA-ADE0-44B8-AFDE-9A1375C16706}" presName="space" presStyleCnt="0"/>
      <dgm:spPr/>
    </dgm:pt>
    <dgm:pt modelId="{0C5A5586-7AA0-4059-AECC-485330A46064}" type="pres">
      <dgm:prSet presAssocID="{27B4E690-4D0F-4D7A-BF6F-F3DD955F4988}" presName="text" presStyleLbl="node1" presStyleIdx="1" presStyleCnt="7">
        <dgm:presLayoutVars>
          <dgm:bulletEnabled val="1"/>
        </dgm:presLayoutVars>
      </dgm:prSet>
      <dgm:spPr/>
    </dgm:pt>
    <dgm:pt modelId="{9464B12A-A2A8-445F-BF28-E24B22609BA2}" type="pres">
      <dgm:prSet presAssocID="{9A9FC636-BF64-4AA3-9111-3312D89D6371}" presName="space" presStyleCnt="0"/>
      <dgm:spPr/>
    </dgm:pt>
    <dgm:pt modelId="{74A87105-EDA2-44CF-AFA1-18E6E799E1E6}" type="pres">
      <dgm:prSet presAssocID="{1D280956-61F1-44EA-89DD-47917582B346}" presName="text" presStyleLbl="node1" presStyleIdx="2" presStyleCnt="7">
        <dgm:presLayoutVars>
          <dgm:bulletEnabled val="1"/>
        </dgm:presLayoutVars>
      </dgm:prSet>
      <dgm:spPr/>
    </dgm:pt>
    <dgm:pt modelId="{099B7A15-F68E-4B59-BC6D-B0880F45F85F}" type="pres">
      <dgm:prSet presAssocID="{EC76378A-9F1D-482E-AF47-2DD7D70945B6}" presName="space" presStyleCnt="0"/>
      <dgm:spPr/>
    </dgm:pt>
    <dgm:pt modelId="{2C07C388-6F1C-4F14-82CB-2F1CCCE1A693}" type="pres">
      <dgm:prSet presAssocID="{F34C2DEF-E12F-49DE-A947-0FBF77344B04}" presName="text" presStyleLbl="node1" presStyleIdx="3" presStyleCnt="7">
        <dgm:presLayoutVars>
          <dgm:bulletEnabled val="1"/>
        </dgm:presLayoutVars>
      </dgm:prSet>
      <dgm:spPr/>
    </dgm:pt>
    <dgm:pt modelId="{F38E3680-56DE-401A-BA01-9BAEB5A66DA7}" type="pres">
      <dgm:prSet presAssocID="{1A346B78-3A6C-4BD8-8A5D-5331B125181B}" presName="space" presStyleCnt="0"/>
      <dgm:spPr/>
    </dgm:pt>
    <dgm:pt modelId="{446E51D7-2E6F-4A00-A855-9633993FE70A}" type="pres">
      <dgm:prSet presAssocID="{55487FEB-9F82-46C9-ABD0-E398E8F120F2}" presName="text" presStyleLbl="node1" presStyleIdx="4" presStyleCnt="7">
        <dgm:presLayoutVars>
          <dgm:bulletEnabled val="1"/>
        </dgm:presLayoutVars>
      </dgm:prSet>
      <dgm:spPr/>
    </dgm:pt>
    <dgm:pt modelId="{5BDE5E6B-9AAE-4562-80F5-03C1B7B6EC5C}" type="pres">
      <dgm:prSet presAssocID="{C02FD912-51E8-412F-B17D-3EB7F9DCA3CA}" presName="space" presStyleCnt="0"/>
      <dgm:spPr/>
    </dgm:pt>
    <dgm:pt modelId="{070D6F80-64E6-4F12-ADCF-CD312E22F6B2}" type="pres">
      <dgm:prSet presAssocID="{06F3FFA9-03CC-43DD-A046-4527A56A53FA}" presName="text" presStyleLbl="node1" presStyleIdx="5" presStyleCnt="7">
        <dgm:presLayoutVars>
          <dgm:bulletEnabled val="1"/>
        </dgm:presLayoutVars>
      </dgm:prSet>
      <dgm:spPr/>
    </dgm:pt>
    <dgm:pt modelId="{F035EEFB-5C67-420B-B2DA-60FDBC5380A9}" type="pres">
      <dgm:prSet presAssocID="{889293E2-F79B-4126-A6A4-E1F512BF1805}" presName="space" presStyleCnt="0"/>
      <dgm:spPr/>
    </dgm:pt>
    <dgm:pt modelId="{CB0427CC-C032-4C0A-B643-8DFF1335B3DE}" type="pres">
      <dgm:prSet presAssocID="{0898D444-9C90-4DB0-AA6A-7E35DF8325BA}" presName="text" presStyleLbl="node1" presStyleIdx="6" presStyleCnt="7">
        <dgm:presLayoutVars>
          <dgm:bulletEnabled val="1"/>
        </dgm:presLayoutVars>
      </dgm:prSet>
      <dgm:spPr/>
    </dgm:pt>
  </dgm:ptLst>
  <dgm:cxnLst>
    <dgm:cxn modelId="{0E392513-9C07-4675-A143-98A982AD56F2}" srcId="{D3C5B8D2-1E6D-4BCA-9E4B-8A99C8D7BC4A}" destId="{F34C2DEF-E12F-49DE-A947-0FBF77344B04}" srcOrd="3" destOrd="0" parTransId="{805BF417-F8B1-4D98-ACF0-2E1685BF1825}" sibTransId="{1A346B78-3A6C-4BD8-8A5D-5331B125181B}"/>
    <dgm:cxn modelId="{656CDA18-2065-4BAC-A320-A00B5B4684FB}" type="presOf" srcId="{F34C2DEF-E12F-49DE-A947-0FBF77344B04}" destId="{2C07C388-6F1C-4F14-82CB-2F1CCCE1A693}" srcOrd="0" destOrd="0" presId="urn:diagrams.loki3.com/VaryingWidthList"/>
    <dgm:cxn modelId="{728C563F-688E-42F4-A798-71783178D1EF}" type="presOf" srcId="{55487FEB-9F82-46C9-ABD0-E398E8F120F2}" destId="{446E51D7-2E6F-4A00-A855-9633993FE70A}" srcOrd="0" destOrd="0" presId="urn:diagrams.loki3.com/VaryingWidthList"/>
    <dgm:cxn modelId="{0F120267-0B03-45F3-8BBE-E6B2A4D169EB}" type="presOf" srcId="{0898D444-9C90-4DB0-AA6A-7E35DF8325BA}" destId="{CB0427CC-C032-4C0A-B643-8DFF1335B3DE}" srcOrd="0" destOrd="0" presId="urn:diagrams.loki3.com/VaryingWidthList"/>
    <dgm:cxn modelId="{8DAC0267-44CD-4D02-88C9-B2F8A13C158E}" srcId="{D3C5B8D2-1E6D-4BCA-9E4B-8A99C8D7BC4A}" destId="{1D280956-61F1-44EA-89DD-47917582B346}" srcOrd="2" destOrd="0" parTransId="{F5F29254-C816-4B3B-A23C-846A234C8557}" sibTransId="{EC76378A-9F1D-482E-AF47-2DD7D70945B6}"/>
    <dgm:cxn modelId="{C322726F-8CC0-472D-84EC-5E961B5A1A35}" type="presOf" srcId="{D3C5B8D2-1E6D-4BCA-9E4B-8A99C8D7BC4A}" destId="{9D61B588-0250-42A8-A132-88394AD92A51}" srcOrd="0" destOrd="0" presId="urn:diagrams.loki3.com/VaryingWidthList"/>
    <dgm:cxn modelId="{D4F8535A-A858-422C-B06F-F0941B1B5070}" type="presOf" srcId="{3B990DCB-AF23-4094-864B-C8B99FA30370}" destId="{C8DF8815-4F45-4A90-B72D-BF27F5A65C67}" srcOrd="0" destOrd="0" presId="urn:diagrams.loki3.com/VaryingWidthList"/>
    <dgm:cxn modelId="{8FE4DC7A-D94A-4D59-9258-24A9408717FA}" type="presOf" srcId="{06F3FFA9-03CC-43DD-A046-4527A56A53FA}" destId="{070D6F80-64E6-4F12-ADCF-CD312E22F6B2}" srcOrd="0" destOrd="0" presId="urn:diagrams.loki3.com/VaryingWidthList"/>
    <dgm:cxn modelId="{DF3F84A0-3B16-42BC-AC48-A357361B5EFB}" type="presOf" srcId="{1D280956-61F1-44EA-89DD-47917582B346}" destId="{74A87105-EDA2-44CF-AFA1-18E6E799E1E6}" srcOrd="0" destOrd="0" presId="urn:diagrams.loki3.com/VaryingWidthList"/>
    <dgm:cxn modelId="{74178AB2-A061-43CC-86E6-C9D20D5CA24C}" type="presOf" srcId="{27B4E690-4D0F-4D7A-BF6F-F3DD955F4988}" destId="{0C5A5586-7AA0-4059-AECC-485330A46064}" srcOrd="0" destOrd="0" presId="urn:diagrams.loki3.com/VaryingWidthList"/>
    <dgm:cxn modelId="{62126DBA-440F-4890-99E9-D0197B1F8AC3}" srcId="{D3C5B8D2-1E6D-4BCA-9E4B-8A99C8D7BC4A}" destId="{27B4E690-4D0F-4D7A-BF6F-F3DD955F4988}" srcOrd="1"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B42189BE-C8FE-4423-9D74-6367D8857697}" srcId="{D3C5B8D2-1E6D-4BCA-9E4B-8A99C8D7BC4A}" destId="{55487FEB-9F82-46C9-ABD0-E398E8F120F2}" srcOrd="4" destOrd="0" parTransId="{48A32C3A-1888-48BC-8287-6039FA872A7E}" sibTransId="{C02FD912-51E8-412F-B17D-3EB7F9DCA3CA}"/>
    <dgm:cxn modelId="{02E94AE0-1382-4382-8645-1FA402827735}" srcId="{D3C5B8D2-1E6D-4BCA-9E4B-8A99C8D7BC4A}" destId="{0898D444-9C90-4DB0-AA6A-7E35DF8325BA}" srcOrd="6" destOrd="0" parTransId="{1737765F-B4ED-4E4F-AA97-9B385BDE4809}" sibTransId="{D4FBF82A-7B85-4777-AD32-C1CADE6E1B0D}"/>
    <dgm:cxn modelId="{A37DE7E4-6E7A-4B9D-87FD-D7ADF028FAA8}" srcId="{D3C5B8D2-1E6D-4BCA-9E4B-8A99C8D7BC4A}" destId="{06F3FFA9-03CC-43DD-A046-4527A56A53FA}" srcOrd="5" destOrd="0" parTransId="{700B9469-9781-4B60-B90D-28CD6447C8D6}" sibTransId="{889293E2-F79B-4126-A6A4-E1F512BF1805}"/>
    <dgm:cxn modelId="{74BF83D6-CC7A-4AF0-A976-C51378A26BE5}" type="presParOf" srcId="{9D61B588-0250-42A8-A132-88394AD92A51}" destId="{C8DF8815-4F45-4A90-B72D-BF27F5A65C67}" srcOrd="0" destOrd="0" presId="urn:diagrams.loki3.com/VaryingWidthList"/>
    <dgm:cxn modelId="{A54F5D57-A219-4474-9C48-E034F98D11EE}" type="presParOf" srcId="{9D61B588-0250-42A8-A132-88394AD92A51}" destId="{4B2DFC5D-DD20-4635-A215-B596E5699BA7}" srcOrd="1" destOrd="0" presId="urn:diagrams.loki3.com/VaryingWidthList"/>
    <dgm:cxn modelId="{A7461099-8331-46EF-AAA9-B3AD33EDC6F0}" type="presParOf" srcId="{9D61B588-0250-42A8-A132-88394AD92A51}" destId="{0C5A5586-7AA0-4059-AECC-485330A46064}" srcOrd="2" destOrd="0" presId="urn:diagrams.loki3.com/VaryingWidthList"/>
    <dgm:cxn modelId="{1583550A-8134-4163-B69F-2F140974BE59}" type="presParOf" srcId="{9D61B588-0250-42A8-A132-88394AD92A51}" destId="{9464B12A-A2A8-445F-BF28-E24B22609BA2}" srcOrd="3" destOrd="0" presId="urn:diagrams.loki3.com/VaryingWidthList"/>
    <dgm:cxn modelId="{9516C588-EF67-4686-A045-93A78940EA14}" type="presParOf" srcId="{9D61B588-0250-42A8-A132-88394AD92A51}" destId="{74A87105-EDA2-44CF-AFA1-18E6E799E1E6}" srcOrd="4" destOrd="0" presId="urn:diagrams.loki3.com/VaryingWidthList"/>
    <dgm:cxn modelId="{3A91B784-647E-4678-8972-28CC09AD07D8}" type="presParOf" srcId="{9D61B588-0250-42A8-A132-88394AD92A51}" destId="{099B7A15-F68E-4B59-BC6D-B0880F45F85F}" srcOrd="5" destOrd="0" presId="urn:diagrams.loki3.com/VaryingWidthList"/>
    <dgm:cxn modelId="{C0F53112-3E15-439D-B5B5-29238FFD5826}" type="presParOf" srcId="{9D61B588-0250-42A8-A132-88394AD92A51}" destId="{2C07C388-6F1C-4F14-82CB-2F1CCCE1A693}" srcOrd="6" destOrd="0" presId="urn:diagrams.loki3.com/VaryingWidthList"/>
    <dgm:cxn modelId="{064E7896-0B60-4695-B521-B6A0457F66E6}" type="presParOf" srcId="{9D61B588-0250-42A8-A132-88394AD92A51}" destId="{F38E3680-56DE-401A-BA01-9BAEB5A66DA7}" srcOrd="7" destOrd="0" presId="urn:diagrams.loki3.com/VaryingWidthList"/>
    <dgm:cxn modelId="{24949D64-6A0B-4EE4-A016-68FE84D5C0B0}" type="presParOf" srcId="{9D61B588-0250-42A8-A132-88394AD92A51}" destId="{446E51D7-2E6F-4A00-A855-9633993FE70A}" srcOrd="8" destOrd="0" presId="urn:diagrams.loki3.com/VaryingWidthList"/>
    <dgm:cxn modelId="{3078DC0D-5CDD-4F25-B343-E45D5E333968}" type="presParOf" srcId="{9D61B588-0250-42A8-A132-88394AD92A51}" destId="{5BDE5E6B-9AAE-4562-80F5-03C1B7B6EC5C}" srcOrd="9" destOrd="0" presId="urn:diagrams.loki3.com/VaryingWidthList"/>
    <dgm:cxn modelId="{E5608EEE-D601-4042-91A2-7FEE9D095ACF}" type="presParOf" srcId="{9D61B588-0250-42A8-A132-88394AD92A51}" destId="{070D6F80-64E6-4F12-ADCF-CD312E22F6B2}" srcOrd="10" destOrd="0" presId="urn:diagrams.loki3.com/VaryingWidthList"/>
    <dgm:cxn modelId="{865EB9A7-445D-412C-A957-8E89E77CEFAD}" type="presParOf" srcId="{9D61B588-0250-42A8-A132-88394AD92A51}" destId="{F035EEFB-5C67-420B-B2DA-60FDBC5380A9}" srcOrd="11" destOrd="0" presId="urn:diagrams.loki3.com/VaryingWidthList"/>
    <dgm:cxn modelId="{478EC4BB-4248-4882-8AA9-C81F25973794}" type="presParOf" srcId="{9D61B588-0250-42A8-A132-88394AD92A51}" destId="{CB0427CC-C032-4C0A-B643-8DFF1335B3DE}" srcOrd="12" destOrd="0" presId="urn:diagrams.loki3.com/VaryingWidthLis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C5B8D2-1E6D-4BCA-9E4B-8A99C8D7BC4A}" type="doc">
      <dgm:prSet loTypeId="urn:microsoft.com/office/officeart/2008/layout/VerticalCircleList" loCatId="list" qsTypeId="urn:microsoft.com/office/officeart/2005/8/quickstyle/simple1" qsCatId="simple" csTypeId="urn:microsoft.com/office/officeart/2005/8/colors/colorful1" csCatId="colorful" phldr="1"/>
      <dgm:spPr/>
      <dgm:t>
        <a:bodyPr/>
        <a:lstStyle/>
        <a:p>
          <a:endParaRPr lang="en-US"/>
        </a:p>
      </dgm:t>
    </dgm:pt>
    <dgm:pt modelId="{27B4E690-4D0F-4D7A-BF6F-F3DD955F4988}">
      <dgm:prSet phldrT="[Text]"/>
      <dgm:spPr/>
      <dgm:t>
        <a:bodyPr/>
        <a:lstStyle/>
        <a:p>
          <a:r>
            <a:rPr lang="en-US" b="1" dirty="0"/>
            <a:t>OBSERVER</a:t>
          </a:r>
        </a:p>
      </dgm:t>
    </dgm:pt>
    <dgm:pt modelId="{90D197D3-3303-4C80-A092-3B7BDF04FBF7}" type="parTrans" cxnId="{62126DBA-440F-4890-99E9-D0197B1F8AC3}">
      <dgm:prSet/>
      <dgm:spPr/>
      <dgm:t>
        <a:bodyPr/>
        <a:lstStyle/>
        <a:p>
          <a:endParaRPr lang="en-US"/>
        </a:p>
      </dgm:t>
    </dgm:pt>
    <dgm:pt modelId="{9A9FC636-BF64-4AA3-9111-3312D89D6371}" type="sibTrans" cxnId="{62126DBA-440F-4890-99E9-D0197B1F8AC3}">
      <dgm:prSet/>
      <dgm:spPr/>
      <dgm:t>
        <a:bodyPr/>
        <a:lstStyle/>
        <a:p>
          <a:endParaRPr lang="en-US"/>
        </a:p>
      </dgm:t>
    </dgm:pt>
    <dgm:pt modelId="{1D280956-61F1-44EA-89DD-47917582B346}">
      <dgm:prSet phldrT="[Text]"/>
      <dgm:spPr/>
      <dgm:t>
        <a:bodyPr/>
        <a:lstStyle/>
        <a:p>
          <a:r>
            <a:rPr lang="en-US" b="1" dirty="0"/>
            <a:t>STARTGEY</a:t>
          </a:r>
        </a:p>
      </dgm:t>
    </dgm:pt>
    <dgm:pt modelId="{F5F29254-C816-4B3B-A23C-846A234C8557}" type="parTrans" cxnId="{8DAC0267-44CD-4D02-88C9-B2F8A13C158E}">
      <dgm:prSet/>
      <dgm:spPr/>
      <dgm:t>
        <a:bodyPr/>
        <a:lstStyle/>
        <a:p>
          <a:endParaRPr lang="en-US"/>
        </a:p>
      </dgm:t>
    </dgm:pt>
    <dgm:pt modelId="{EC76378A-9F1D-482E-AF47-2DD7D70945B6}" type="sibTrans" cxnId="{8DAC0267-44CD-4D02-88C9-B2F8A13C158E}">
      <dgm:prSet/>
      <dgm:spPr/>
      <dgm:t>
        <a:bodyPr/>
        <a:lstStyle/>
        <a:p>
          <a:endParaRPr lang="en-US"/>
        </a:p>
      </dgm:t>
    </dgm:pt>
    <dgm:pt modelId="{3B990DCB-AF23-4094-864B-C8B99FA30370}">
      <dgm:prSet phldrT="[Text]"/>
      <dgm:spPr/>
      <dgm:t>
        <a:bodyPr/>
        <a:lstStyle/>
        <a:p>
          <a:r>
            <a:rPr lang="en-US" b="1" dirty="0"/>
            <a:t>ITERATOR</a:t>
          </a:r>
        </a:p>
      </dgm:t>
    </dgm:pt>
    <dgm:pt modelId="{8F93B7AA-ADE0-44B8-AFDE-9A1375C16706}" type="sibTrans" cxnId="{289A7ABA-98F5-4FB1-939B-2977E2B9EB8F}">
      <dgm:prSet/>
      <dgm:spPr/>
      <dgm:t>
        <a:bodyPr/>
        <a:lstStyle/>
        <a:p>
          <a:endParaRPr lang="en-US"/>
        </a:p>
      </dgm:t>
    </dgm:pt>
    <dgm:pt modelId="{9045AE91-C8DE-42D1-9697-92115E53B6EE}" type="parTrans" cxnId="{289A7ABA-98F5-4FB1-939B-2977E2B9EB8F}">
      <dgm:prSet/>
      <dgm:spPr/>
      <dgm:t>
        <a:bodyPr/>
        <a:lstStyle/>
        <a:p>
          <a:endParaRPr lang="en-US"/>
        </a:p>
      </dgm:t>
    </dgm:pt>
    <dgm:pt modelId="{F34C2DEF-E12F-49DE-A947-0FBF77344B04}">
      <dgm:prSet phldrT="[Text]"/>
      <dgm:spPr/>
      <dgm:t>
        <a:bodyPr/>
        <a:lstStyle/>
        <a:p>
          <a:r>
            <a:rPr lang="en-US" b="1" dirty="0"/>
            <a:t>COMMAND</a:t>
          </a:r>
        </a:p>
      </dgm:t>
    </dgm:pt>
    <dgm:pt modelId="{805BF417-F8B1-4D98-ACF0-2E1685BF1825}" type="parTrans" cxnId="{0E392513-9C07-4675-A143-98A982AD56F2}">
      <dgm:prSet/>
      <dgm:spPr/>
      <dgm:t>
        <a:bodyPr/>
        <a:lstStyle/>
        <a:p>
          <a:endParaRPr lang="en-GB"/>
        </a:p>
      </dgm:t>
    </dgm:pt>
    <dgm:pt modelId="{1A346B78-3A6C-4BD8-8A5D-5331B125181B}" type="sibTrans" cxnId="{0E392513-9C07-4675-A143-98A982AD56F2}">
      <dgm:prSet/>
      <dgm:spPr/>
      <dgm:t>
        <a:bodyPr/>
        <a:lstStyle/>
        <a:p>
          <a:endParaRPr lang="en-GB"/>
        </a:p>
      </dgm:t>
    </dgm:pt>
    <dgm:pt modelId="{55487FEB-9F82-46C9-ABD0-E398E8F120F2}">
      <dgm:prSet phldrT="[Text]"/>
      <dgm:spPr/>
      <dgm:t>
        <a:bodyPr/>
        <a:lstStyle/>
        <a:p>
          <a:r>
            <a:rPr lang="en-US" b="1" dirty="0"/>
            <a:t>STATE</a:t>
          </a:r>
        </a:p>
      </dgm:t>
    </dgm:pt>
    <dgm:pt modelId="{48A32C3A-1888-48BC-8287-6039FA872A7E}" type="parTrans" cxnId="{B42189BE-C8FE-4423-9D74-6367D8857697}">
      <dgm:prSet/>
      <dgm:spPr/>
      <dgm:t>
        <a:bodyPr/>
        <a:lstStyle/>
        <a:p>
          <a:endParaRPr lang="en-GB"/>
        </a:p>
      </dgm:t>
    </dgm:pt>
    <dgm:pt modelId="{C02FD912-51E8-412F-B17D-3EB7F9DCA3CA}" type="sibTrans" cxnId="{B42189BE-C8FE-4423-9D74-6367D8857697}">
      <dgm:prSet/>
      <dgm:spPr/>
      <dgm:t>
        <a:bodyPr/>
        <a:lstStyle/>
        <a:p>
          <a:endParaRPr lang="en-GB"/>
        </a:p>
      </dgm:t>
    </dgm:pt>
    <dgm:pt modelId="{06F3FFA9-03CC-43DD-A046-4527A56A53FA}">
      <dgm:prSet phldrT="[Text]"/>
      <dgm:spPr/>
      <dgm:t>
        <a:bodyPr/>
        <a:lstStyle/>
        <a:p>
          <a:r>
            <a:rPr lang="en-US" b="1" dirty="0"/>
            <a:t>TEMPLATE METHOD</a:t>
          </a:r>
        </a:p>
      </dgm:t>
    </dgm:pt>
    <dgm:pt modelId="{700B9469-9781-4B60-B90D-28CD6447C8D6}" type="parTrans" cxnId="{A37DE7E4-6E7A-4B9D-87FD-D7ADF028FAA8}">
      <dgm:prSet/>
      <dgm:spPr/>
      <dgm:t>
        <a:bodyPr/>
        <a:lstStyle/>
        <a:p>
          <a:endParaRPr lang="en-GB"/>
        </a:p>
      </dgm:t>
    </dgm:pt>
    <dgm:pt modelId="{889293E2-F79B-4126-A6A4-E1F512BF1805}" type="sibTrans" cxnId="{A37DE7E4-6E7A-4B9D-87FD-D7ADF028FAA8}">
      <dgm:prSet/>
      <dgm:spPr/>
      <dgm:t>
        <a:bodyPr/>
        <a:lstStyle/>
        <a:p>
          <a:endParaRPr lang="en-GB"/>
        </a:p>
      </dgm:t>
    </dgm:pt>
    <dgm:pt modelId="{0898D444-9C90-4DB0-AA6A-7E35DF8325BA}">
      <dgm:prSet phldrT="[Text]"/>
      <dgm:spPr/>
      <dgm:t>
        <a:bodyPr/>
        <a:lstStyle/>
        <a:p>
          <a:r>
            <a:rPr lang="en-US" b="1" dirty="0"/>
            <a:t>VISITOR</a:t>
          </a:r>
        </a:p>
      </dgm:t>
    </dgm:pt>
    <dgm:pt modelId="{1737765F-B4ED-4E4F-AA97-9B385BDE4809}" type="parTrans" cxnId="{02E94AE0-1382-4382-8645-1FA402827735}">
      <dgm:prSet/>
      <dgm:spPr/>
      <dgm:t>
        <a:bodyPr/>
        <a:lstStyle/>
        <a:p>
          <a:endParaRPr lang="en-GB"/>
        </a:p>
      </dgm:t>
    </dgm:pt>
    <dgm:pt modelId="{D4FBF82A-7B85-4777-AD32-C1CADE6E1B0D}" type="sibTrans" cxnId="{02E94AE0-1382-4382-8645-1FA402827735}">
      <dgm:prSet/>
      <dgm:spPr/>
      <dgm:t>
        <a:bodyPr/>
        <a:lstStyle/>
        <a:p>
          <a:endParaRPr lang="en-GB"/>
        </a:p>
      </dgm:t>
    </dgm:pt>
    <dgm:pt modelId="{AA15F752-2303-47DF-82C3-07F577B293BC}">
      <dgm:prSet phldrT="[Text]"/>
      <dgm:spPr/>
      <dgm:t>
        <a:bodyPr/>
        <a:lstStyle/>
        <a:p>
          <a:r>
            <a:rPr lang="en-US" b="1"/>
            <a:t>MEDIATOR</a:t>
          </a:r>
          <a:endParaRPr lang="en-US" b="1" dirty="0"/>
        </a:p>
      </dgm:t>
    </dgm:pt>
    <dgm:pt modelId="{D1521448-065C-46E6-B209-2496CE41B6B0}" type="parTrans" cxnId="{06A55C9F-3CC1-41BA-926E-46041A744A05}">
      <dgm:prSet/>
      <dgm:spPr/>
      <dgm:t>
        <a:bodyPr/>
        <a:lstStyle/>
        <a:p>
          <a:endParaRPr lang="en-GB"/>
        </a:p>
      </dgm:t>
    </dgm:pt>
    <dgm:pt modelId="{156FF283-136F-4DBE-BCAD-37ABC836176A}" type="sibTrans" cxnId="{06A55C9F-3CC1-41BA-926E-46041A744A05}">
      <dgm:prSet/>
      <dgm:spPr/>
      <dgm:t>
        <a:bodyPr/>
        <a:lstStyle/>
        <a:p>
          <a:endParaRPr lang="en-GB"/>
        </a:p>
      </dgm:t>
    </dgm:pt>
    <dgm:pt modelId="{233A19C7-3A49-4349-ADB9-C18E27CA52F1}">
      <dgm:prSet phldrT="[Text]"/>
      <dgm:spPr/>
      <dgm:t>
        <a:bodyPr/>
        <a:lstStyle/>
        <a:p>
          <a:r>
            <a:rPr lang="en-US" b="1"/>
            <a:t>MEMENTO</a:t>
          </a:r>
          <a:endParaRPr lang="en-US" b="1" dirty="0"/>
        </a:p>
      </dgm:t>
    </dgm:pt>
    <dgm:pt modelId="{0DFB92F0-8BEC-4A73-8CA0-A6DA752D4553}" type="parTrans" cxnId="{1D7E040D-A5CA-46FE-84DD-4C75989763F0}">
      <dgm:prSet/>
      <dgm:spPr/>
      <dgm:t>
        <a:bodyPr/>
        <a:lstStyle/>
        <a:p>
          <a:endParaRPr lang="en-GB"/>
        </a:p>
      </dgm:t>
    </dgm:pt>
    <dgm:pt modelId="{B9D6DB49-227E-4241-8E27-0639222230FC}" type="sibTrans" cxnId="{1D7E040D-A5CA-46FE-84DD-4C75989763F0}">
      <dgm:prSet/>
      <dgm:spPr/>
      <dgm:t>
        <a:bodyPr/>
        <a:lstStyle/>
        <a:p>
          <a:endParaRPr lang="en-GB"/>
        </a:p>
      </dgm:t>
    </dgm:pt>
    <dgm:pt modelId="{5FE1978A-4B46-42D5-9C3F-7B3BF3DA5841}">
      <dgm:prSet phldrT="[Text]" custT="1"/>
      <dgm:spPr/>
      <dgm:t>
        <a:bodyPr/>
        <a:lstStyle/>
        <a:p>
          <a:r>
            <a:rPr lang="en-US" sz="2400" b="1" dirty="0"/>
            <a:t>CHAIN OF RESPONSIBILITY</a:t>
          </a:r>
        </a:p>
      </dgm:t>
    </dgm:pt>
    <dgm:pt modelId="{ED426C28-1B50-4D0F-BAF1-CAC281851648}" type="parTrans" cxnId="{C6FDB0D0-4A82-4A93-9856-A86D852A2BF9}">
      <dgm:prSet/>
      <dgm:spPr/>
      <dgm:t>
        <a:bodyPr/>
        <a:lstStyle/>
        <a:p>
          <a:endParaRPr lang="en-GB"/>
        </a:p>
      </dgm:t>
    </dgm:pt>
    <dgm:pt modelId="{FC7EC804-6E6C-4E39-A7C1-7828126A3AD8}" type="sibTrans" cxnId="{C6FDB0D0-4A82-4A93-9856-A86D852A2BF9}">
      <dgm:prSet/>
      <dgm:spPr/>
      <dgm:t>
        <a:bodyPr/>
        <a:lstStyle/>
        <a:p>
          <a:endParaRPr lang="en-GB"/>
        </a:p>
      </dgm:t>
    </dgm:pt>
    <dgm:pt modelId="{156AEE68-D217-4270-8773-2269CC5E9A57}">
      <dgm:prSet phldrT="[Text]" custT="1"/>
      <dgm:spPr/>
      <dgm:t>
        <a:bodyPr/>
        <a:lstStyle/>
        <a:p>
          <a:r>
            <a:rPr lang="en-US" sz="2400" b="1"/>
            <a:t>INTERPRETER</a:t>
          </a:r>
          <a:endParaRPr lang="en-US" sz="2400" b="1" dirty="0"/>
        </a:p>
      </dgm:t>
    </dgm:pt>
    <dgm:pt modelId="{7019A8AA-5A85-41C7-9698-489196AC3C12}" type="parTrans" cxnId="{6F060BB4-86BF-49D3-8657-8F4AAE6D8BEB}">
      <dgm:prSet/>
      <dgm:spPr/>
      <dgm:t>
        <a:bodyPr/>
        <a:lstStyle/>
        <a:p>
          <a:endParaRPr lang="en-GB"/>
        </a:p>
      </dgm:t>
    </dgm:pt>
    <dgm:pt modelId="{7027F794-BB37-463F-9F5F-7860FCA8B0E7}" type="sibTrans" cxnId="{6F060BB4-86BF-49D3-8657-8F4AAE6D8BEB}">
      <dgm:prSet/>
      <dgm:spPr/>
      <dgm:t>
        <a:bodyPr/>
        <a:lstStyle/>
        <a:p>
          <a:endParaRPr lang="en-GB"/>
        </a:p>
      </dgm:t>
    </dgm:pt>
    <dgm:pt modelId="{8C0A6726-129D-404A-A8C3-14498B81DEB8}" type="pres">
      <dgm:prSet presAssocID="{D3C5B8D2-1E6D-4BCA-9E4B-8A99C8D7BC4A}" presName="Name0" presStyleCnt="0">
        <dgm:presLayoutVars>
          <dgm:dir/>
        </dgm:presLayoutVars>
      </dgm:prSet>
      <dgm:spPr/>
    </dgm:pt>
    <dgm:pt modelId="{50FA0359-EBF7-4FA5-89F8-F62F77FB2465}" type="pres">
      <dgm:prSet presAssocID="{3B990DCB-AF23-4094-864B-C8B99FA30370}" presName="noChildren" presStyleCnt="0"/>
      <dgm:spPr/>
    </dgm:pt>
    <dgm:pt modelId="{1FC5FF0B-5940-428B-BFED-3543772C6FBE}" type="pres">
      <dgm:prSet presAssocID="{3B990DCB-AF23-4094-864B-C8B99FA30370}" presName="gap" presStyleCnt="0"/>
      <dgm:spPr/>
    </dgm:pt>
    <dgm:pt modelId="{19502777-CEBA-4D62-B6EA-BE169CE5F0BE}" type="pres">
      <dgm:prSet presAssocID="{3B990DCB-AF23-4094-864B-C8B99FA30370}" presName="medCircle2" presStyleLbl="vennNode1" presStyleIdx="0" presStyleCnt="11"/>
      <dgm:spPr/>
    </dgm:pt>
    <dgm:pt modelId="{DE85C1B3-3746-4E97-BE96-5819E3D07DE0}" type="pres">
      <dgm:prSet presAssocID="{3B990DCB-AF23-4094-864B-C8B99FA30370}" presName="txLvlOnly1" presStyleLbl="revTx" presStyleIdx="0" presStyleCnt="11"/>
      <dgm:spPr/>
    </dgm:pt>
    <dgm:pt modelId="{9B6DBDC9-03B9-42EF-9C03-860FB7ED8792}" type="pres">
      <dgm:prSet presAssocID="{27B4E690-4D0F-4D7A-BF6F-F3DD955F4988}" presName="noChildren" presStyleCnt="0"/>
      <dgm:spPr/>
    </dgm:pt>
    <dgm:pt modelId="{6F7A9F0A-59A9-41AC-B132-3F627DFA5CAF}" type="pres">
      <dgm:prSet presAssocID="{27B4E690-4D0F-4D7A-BF6F-F3DD955F4988}" presName="gap" presStyleCnt="0"/>
      <dgm:spPr/>
    </dgm:pt>
    <dgm:pt modelId="{0129B47A-1573-420C-9ABE-30FFA67B359A}" type="pres">
      <dgm:prSet presAssocID="{27B4E690-4D0F-4D7A-BF6F-F3DD955F4988}" presName="medCircle2" presStyleLbl="vennNode1" presStyleIdx="1" presStyleCnt="11"/>
      <dgm:spPr/>
    </dgm:pt>
    <dgm:pt modelId="{11C65FC9-2720-451B-9001-4E4805732659}" type="pres">
      <dgm:prSet presAssocID="{27B4E690-4D0F-4D7A-BF6F-F3DD955F4988}" presName="txLvlOnly1" presStyleLbl="revTx" presStyleIdx="1" presStyleCnt="11"/>
      <dgm:spPr/>
    </dgm:pt>
    <dgm:pt modelId="{489CF514-A311-4D4E-9D6D-1873CA353C32}" type="pres">
      <dgm:prSet presAssocID="{1D280956-61F1-44EA-89DD-47917582B346}" presName="noChildren" presStyleCnt="0"/>
      <dgm:spPr/>
    </dgm:pt>
    <dgm:pt modelId="{031F9CA9-62C8-4BB7-9EB5-7D105AB00245}" type="pres">
      <dgm:prSet presAssocID="{1D280956-61F1-44EA-89DD-47917582B346}" presName="gap" presStyleCnt="0"/>
      <dgm:spPr/>
    </dgm:pt>
    <dgm:pt modelId="{F2D1591D-F946-4240-8638-491BB68F9858}" type="pres">
      <dgm:prSet presAssocID="{1D280956-61F1-44EA-89DD-47917582B346}" presName="medCircle2" presStyleLbl="vennNode1" presStyleIdx="2" presStyleCnt="11"/>
      <dgm:spPr/>
    </dgm:pt>
    <dgm:pt modelId="{D08E3668-065C-49B1-A0B7-E626D236B95F}" type="pres">
      <dgm:prSet presAssocID="{1D280956-61F1-44EA-89DD-47917582B346}" presName="txLvlOnly1" presStyleLbl="revTx" presStyleIdx="2" presStyleCnt="11"/>
      <dgm:spPr/>
    </dgm:pt>
    <dgm:pt modelId="{5D50070E-7F12-4962-AA95-282693B4C238}" type="pres">
      <dgm:prSet presAssocID="{F34C2DEF-E12F-49DE-A947-0FBF77344B04}" presName="noChildren" presStyleCnt="0"/>
      <dgm:spPr/>
    </dgm:pt>
    <dgm:pt modelId="{540DC536-99AA-43F3-A457-6BB12EC4D7DD}" type="pres">
      <dgm:prSet presAssocID="{F34C2DEF-E12F-49DE-A947-0FBF77344B04}" presName="gap" presStyleCnt="0"/>
      <dgm:spPr/>
    </dgm:pt>
    <dgm:pt modelId="{3B084527-7A1F-4CAE-8977-8D03F64628E4}" type="pres">
      <dgm:prSet presAssocID="{F34C2DEF-E12F-49DE-A947-0FBF77344B04}" presName="medCircle2" presStyleLbl="vennNode1" presStyleIdx="3" presStyleCnt="11"/>
      <dgm:spPr/>
    </dgm:pt>
    <dgm:pt modelId="{20E2ED35-2BB2-40C0-BBC1-94B7B060B0AD}" type="pres">
      <dgm:prSet presAssocID="{F34C2DEF-E12F-49DE-A947-0FBF77344B04}" presName="txLvlOnly1" presStyleLbl="revTx" presStyleIdx="3" presStyleCnt="11"/>
      <dgm:spPr/>
    </dgm:pt>
    <dgm:pt modelId="{4AC7CE13-6960-410A-A13B-A8D7C515755C}" type="pres">
      <dgm:prSet presAssocID="{55487FEB-9F82-46C9-ABD0-E398E8F120F2}" presName="noChildren" presStyleCnt="0"/>
      <dgm:spPr/>
    </dgm:pt>
    <dgm:pt modelId="{5046FD7E-3434-4ADC-82C6-0D0FADA7B616}" type="pres">
      <dgm:prSet presAssocID="{55487FEB-9F82-46C9-ABD0-E398E8F120F2}" presName="gap" presStyleCnt="0"/>
      <dgm:spPr/>
    </dgm:pt>
    <dgm:pt modelId="{483705A7-94F4-4DFB-B88E-57A68BD40802}" type="pres">
      <dgm:prSet presAssocID="{55487FEB-9F82-46C9-ABD0-E398E8F120F2}" presName="medCircle2" presStyleLbl="vennNode1" presStyleIdx="4" presStyleCnt="11"/>
      <dgm:spPr/>
    </dgm:pt>
    <dgm:pt modelId="{362E1491-3968-4E50-BB2B-7FF909C5AA55}" type="pres">
      <dgm:prSet presAssocID="{55487FEB-9F82-46C9-ABD0-E398E8F120F2}" presName="txLvlOnly1" presStyleLbl="revTx" presStyleIdx="4" presStyleCnt="11"/>
      <dgm:spPr/>
    </dgm:pt>
    <dgm:pt modelId="{C622B430-F89F-4BF1-BC0B-8C2495BE6FC6}" type="pres">
      <dgm:prSet presAssocID="{06F3FFA9-03CC-43DD-A046-4527A56A53FA}" presName="noChildren" presStyleCnt="0"/>
      <dgm:spPr/>
    </dgm:pt>
    <dgm:pt modelId="{E07936DB-D605-410B-BE15-1EC932132FC0}" type="pres">
      <dgm:prSet presAssocID="{06F3FFA9-03CC-43DD-A046-4527A56A53FA}" presName="gap" presStyleCnt="0"/>
      <dgm:spPr/>
    </dgm:pt>
    <dgm:pt modelId="{A43D7636-925C-4780-A513-76F007061B94}" type="pres">
      <dgm:prSet presAssocID="{06F3FFA9-03CC-43DD-A046-4527A56A53FA}" presName="medCircle2" presStyleLbl="vennNode1" presStyleIdx="5" presStyleCnt="11"/>
      <dgm:spPr/>
    </dgm:pt>
    <dgm:pt modelId="{978446D2-FACA-48DF-8775-995AC6A7B06A}" type="pres">
      <dgm:prSet presAssocID="{06F3FFA9-03CC-43DD-A046-4527A56A53FA}" presName="txLvlOnly1" presStyleLbl="revTx" presStyleIdx="5" presStyleCnt="11"/>
      <dgm:spPr/>
    </dgm:pt>
    <dgm:pt modelId="{F4B6527C-79AD-42CE-87F7-B6A7FE5345E5}" type="pres">
      <dgm:prSet presAssocID="{0898D444-9C90-4DB0-AA6A-7E35DF8325BA}" presName="noChildren" presStyleCnt="0"/>
      <dgm:spPr/>
    </dgm:pt>
    <dgm:pt modelId="{76C832F3-42D5-40D8-8FE4-0CEFDC3B8D71}" type="pres">
      <dgm:prSet presAssocID="{0898D444-9C90-4DB0-AA6A-7E35DF8325BA}" presName="gap" presStyleCnt="0"/>
      <dgm:spPr/>
    </dgm:pt>
    <dgm:pt modelId="{30D65E05-968A-493A-AE61-492CE7590634}" type="pres">
      <dgm:prSet presAssocID="{0898D444-9C90-4DB0-AA6A-7E35DF8325BA}" presName="medCircle2" presStyleLbl="vennNode1" presStyleIdx="6" presStyleCnt="11"/>
      <dgm:spPr/>
    </dgm:pt>
    <dgm:pt modelId="{0330D61A-180B-41E1-BCF4-9179AF7AA7DD}" type="pres">
      <dgm:prSet presAssocID="{0898D444-9C90-4DB0-AA6A-7E35DF8325BA}" presName="txLvlOnly1" presStyleLbl="revTx" presStyleIdx="6" presStyleCnt="11"/>
      <dgm:spPr/>
    </dgm:pt>
    <dgm:pt modelId="{F3731845-ABF0-464D-B70A-0A4E7158CBA7}" type="pres">
      <dgm:prSet presAssocID="{AA15F752-2303-47DF-82C3-07F577B293BC}" presName="noChildren" presStyleCnt="0"/>
      <dgm:spPr/>
    </dgm:pt>
    <dgm:pt modelId="{A6CE7514-2111-461E-8201-932CDAF38608}" type="pres">
      <dgm:prSet presAssocID="{AA15F752-2303-47DF-82C3-07F577B293BC}" presName="gap" presStyleCnt="0"/>
      <dgm:spPr/>
    </dgm:pt>
    <dgm:pt modelId="{EEB870DA-1E82-4B07-B67C-373E97802908}" type="pres">
      <dgm:prSet presAssocID="{AA15F752-2303-47DF-82C3-07F577B293BC}" presName="medCircle2" presStyleLbl="vennNode1" presStyleIdx="7" presStyleCnt="11"/>
      <dgm:spPr/>
    </dgm:pt>
    <dgm:pt modelId="{BF5AA77E-97F5-4E0C-AF1D-BC1BE4F77E62}" type="pres">
      <dgm:prSet presAssocID="{AA15F752-2303-47DF-82C3-07F577B293BC}" presName="txLvlOnly1" presStyleLbl="revTx" presStyleIdx="7" presStyleCnt="11"/>
      <dgm:spPr/>
    </dgm:pt>
    <dgm:pt modelId="{FC3E40AA-BCAE-4B6D-9282-7AB8A3D87538}" type="pres">
      <dgm:prSet presAssocID="{233A19C7-3A49-4349-ADB9-C18E27CA52F1}" presName="noChildren" presStyleCnt="0"/>
      <dgm:spPr/>
    </dgm:pt>
    <dgm:pt modelId="{E9450E9C-CBDC-41A6-B829-8EEC617284F4}" type="pres">
      <dgm:prSet presAssocID="{233A19C7-3A49-4349-ADB9-C18E27CA52F1}" presName="gap" presStyleCnt="0"/>
      <dgm:spPr/>
    </dgm:pt>
    <dgm:pt modelId="{1BCC79AE-31A9-44C8-BA2C-5572EFF4477A}" type="pres">
      <dgm:prSet presAssocID="{233A19C7-3A49-4349-ADB9-C18E27CA52F1}" presName="medCircle2" presStyleLbl="vennNode1" presStyleIdx="8" presStyleCnt="11"/>
      <dgm:spPr/>
    </dgm:pt>
    <dgm:pt modelId="{FEBB32EB-2028-4D3A-AB1A-9C53E3391E01}" type="pres">
      <dgm:prSet presAssocID="{233A19C7-3A49-4349-ADB9-C18E27CA52F1}" presName="txLvlOnly1" presStyleLbl="revTx" presStyleIdx="8" presStyleCnt="11"/>
      <dgm:spPr/>
    </dgm:pt>
    <dgm:pt modelId="{71BA9A52-383A-4A8E-8AF8-DD8022D5E64C}" type="pres">
      <dgm:prSet presAssocID="{5FE1978A-4B46-42D5-9C3F-7B3BF3DA5841}" presName="noChildren" presStyleCnt="0"/>
      <dgm:spPr/>
    </dgm:pt>
    <dgm:pt modelId="{02A1C9D4-34BF-482F-BCE3-E95066BEB402}" type="pres">
      <dgm:prSet presAssocID="{5FE1978A-4B46-42D5-9C3F-7B3BF3DA5841}" presName="gap" presStyleCnt="0"/>
      <dgm:spPr/>
    </dgm:pt>
    <dgm:pt modelId="{5B8BFD1F-0091-48DC-A643-3C3ED34FE6FD}" type="pres">
      <dgm:prSet presAssocID="{5FE1978A-4B46-42D5-9C3F-7B3BF3DA5841}" presName="medCircle2" presStyleLbl="vennNode1" presStyleIdx="9" presStyleCnt="11" custLinFactNeighborX="33270" custLinFactNeighborY="5692"/>
      <dgm:spPr/>
    </dgm:pt>
    <dgm:pt modelId="{A05C65DB-7A37-4D82-8AF8-3792D12AAD5A}" type="pres">
      <dgm:prSet presAssocID="{5FE1978A-4B46-42D5-9C3F-7B3BF3DA5841}" presName="txLvlOnly1" presStyleLbl="revTx" presStyleIdx="9" presStyleCnt="11" custScaleX="153715" custLinFactNeighborX="34244" custLinFactNeighborY="-1134"/>
      <dgm:spPr/>
    </dgm:pt>
    <dgm:pt modelId="{DD5089A6-7EDB-4FD2-A5D5-BEB73871C0FD}" type="pres">
      <dgm:prSet presAssocID="{156AEE68-D217-4270-8773-2269CC5E9A57}" presName="noChildren" presStyleCnt="0"/>
      <dgm:spPr/>
    </dgm:pt>
    <dgm:pt modelId="{397304D6-E534-4474-9D52-E7A6B6B8FA9E}" type="pres">
      <dgm:prSet presAssocID="{156AEE68-D217-4270-8773-2269CC5E9A57}" presName="gap" presStyleCnt="0"/>
      <dgm:spPr/>
    </dgm:pt>
    <dgm:pt modelId="{623C45B4-AF01-4FFB-96CC-66B081A8C235}" type="pres">
      <dgm:prSet presAssocID="{156AEE68-D217-4270-8773-2269CC5E9A57}" presName="medCircle2" presStyleLbl="vennNode1" presStyleIdx="10" presStyleCnt="11"/>
      <dgm:spPr/>
    </dgm:pt>
    <dgm:pt modelId="{B46FDB07-8889-45BC-BAB1-A15AE9FCBD69}" type="pres">
      <dgm:prSet presAssocID="{156AEE68-D217-4270-8773-2269CC5E9A57}" presName="txLvlOnly1" presStyleLbl="revTx" presStyleIdx="10" presStyleCnt="11"/>
      <dgm:spPr/>
    </dgm:pt>
  </dgm:ptLst>
  <dgm:cxnLst>
    <dgm:cxn modelId="{3EB3CE07-6B80-4154-92A0-49EA7B029DFE}" type="presOf" srcId="{156AEE68-D217-4270-8773-2269CC5E9A57}" destId="{B46FDB07-8889-45BC-BAB1-A15AE9FCBD69}" srcOrd="0" destOrd="0" presId="urn:microsoft.com/office/officeart/2008/layout/VerticalCircleList"/>
    <dgm:cxn modelId="{1D7E040D-A5CA-46FE-84DD-4C75989763F0}" srcId="{D3C5B8D2-1E6D-4BCA-9E4B-8A99C8D7BC4A}" destId="{233A19C7-3A49-4349-ADB9-C18E27CA52F1}" srcOrd="8" destOrd="0" parTransId="{0DFB92F0-8BEC-4A73-8CA0-A6DA752D4553}" sibTransId="{B9D6DB49-227E-4241-8E27-0639222230FC}"/>
    <dgm:cxn modelId="{0E392513-9C07-4675-A143-98A982AD56F2}" srcId="{D3C5B8D2-1E6D-4BCA-9E4B-8A99C8D7BC4A}" destId="{F34C2DEF-E12F-49DE-A947-0FBF77344B04}" srcOrd="3" destOrd="0" parTransId="{805BF417-F8B1-4D98-ACF0-2E1685BF1825}" sibTransId="{1A346B78-3A6C-4BD8-8A5D-5331B125181B}"/>
    <dgm:cxn modelId="{DEC5812A-7C86-48E3-953A-11F7603E4869}" type="presOf" srcId="{3B990DCB-AF23-4094-864B-C8B99FA30370}" destId="{DE85C1B3-3746-4E97-BE96-5819E3D07DE0}" srcOrd="0" destOrd="0" presId="urn:microsoft.com/office/officeart/2008/layout/VerticalCircleList"/>
    <dgm:cxn modelId="{7B0FDA42-FA0C-462D-AEC9-0829F3A48E65}" type="presOf" srcId="{1D280956-61F1-44EA-89DD-47917582B346}" destId="{D08E3668-065C-49B1-A0B7-E626D236B95F}" srcOrd="0" destOrd="0" presId="urn:microsoft.com/office/officeart/2008/layout/VerticalCircleList"/>
    <dgm:cxn modelId="{8DAC0267-44CD-4D02-88C9-B2F8A13C158E}" srcId="{D3C5B8D2-1E6D-4BCA-9E4B-8A99C8D7BC4A}" destId="{1D280956-61F1-44EA-89DD-47917582B346}" srcOrd="2" destOrd="0" parTransId="{F5F29254-C816-4B3B-A23C-846A234C8557}" sibTransId="{EC76378A-9F1D-482E-AF47-2DD7D70945B6}"/>
    <dgm:cxn modelId="{F216F04B-D618-41A4-946D-F2EF9C049C79}" type="presOf" srcId="{F34C2DEF-E12F-49DE-A947-0FBF77344B04}" destId="{20E2ED35-2BB2-40C0-BBC1-94B7B060B0AD}" srcOrd="0" destOrd="0" presId="urn:microsoft.com/office/officeart/2008/layout/VerticalCircleList"/>
    <dgm:cxn modelId="{AA865B9D-BDCC-4F4B-8578-1D62C0C56ED0}" type="presOf" srcId="{233A19C7-3A49-4349-ADB9-C18E27CA52F1}" destId="{FEBB32EB-2028-4D3A-AB1A-9C53E3391E01}" srcOrd="0" destOrd="0" presId="urn:microsoft.com/office/officeart/2008/layout/VerticalCircleList"/>
    <dgm:cxn modelId="{06A55C9F-3CC1-41BA-926E-46041A744A05}" srcId="{D3C5B8D2-1E6D-4BCA-9E4B-8A99C8D7BC4A}" destId="{AA15F752-2303-47DF-82C3-07F577B293BC}" srcOrd="7" destOrd="0" parTransId="{D1521448-065C-46E6-B209-2496CE41B6B0}" sibTransId="{156FF283-136F-4DBE-BCAD-37ABC836176A}"/>
    <dgm:cxn modelId="{C5E1A6A0-12B7-4C60-8895-C2510F7989A5}" type="presOf" srcId="{D3C5B8D2-1E6D-4BCA-9E4B-8A99C8D7BC4A}" destId="{8C0A6726-129D-404A-A8C3-14498B81DEB8}" srcOrd="0" destOrd="0" presId="urn:microsoft.com/office/officeart/2008/layout/VerticalCircleList"/>
    <dgm:cxn modelId="{6F060BB4-86BF-49D3-8657-8F4AAE6D8BEB}" srcId="{D3C5B8D2-1E6D-4BCA-9E4B-8A99C8D7BC4A}" destId="{156AEE68-D217-4270-8773-2269CC5E9A57}" srcOrd="10" destOrd="0" parTransId="{7019A8AA-5A85-41C7-9698-489196AC3C12}" sibTransId="{7027F794-BB37-463F-9F5F-7860FCA8B0E7}"/>
    <dgm:cxn modelId="{554453B5-21BA-4C9B-85D9-D09435E4E27E}" type="presOf" srcId="{0898D444-9C90-4DB0-AA6A-7E35DF8325BA}" destId="{0330D61A-180B-41E1-BCF4-9179AF7AA7DD}" srcOrd="0" destOrd="0" presId="urn:microsoft.com/office/officeart/2008/layout/VerticalCircleList"/>
    <dgm:cxn modelId="{62126DBA-440F-4890-99E9-D0197B1F8AC3}" srcId="{D3C5B8D2-1E6D-4BCA-9E4B-8A99C8D7BC4A}" destId="{27B4E690-4D0F-4D7A-BF6F-F3DD955F4988}" srcOrd="1"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B42189BE-C8FE-4423-9D74-6367D8857697}" srcId="{D3C5B8D2-1E6D-4BCA-9E4B-8A99C8D7BC4A}" destId="{55487FEB-9F82-46C9-ABD0-E398E8F120F2}" srcOrd="4" destOrd="0" parTransId="{48A32C3A-1888-48BC-8287-6039FA872A7E}" sibTransId="{C02FD912-51E8-412F-B17D-3EB7F9DCA3CA}"/>
    <dgm:cxn modelId="{39E188CC-0666-49F0-9BA1-7B752998250A}" type="presOf" srcId="{55487FEB-9F82-46C9-ABD0-E398E8F120F2}" destId="{362E1491-3968-4E50-BB2B-7FF909C5AA55}" srcOrd="0" destOrd="0" presId="urn:microsoft.com/office/officeart/2008/layout/VerticalCircleList"/>
    <dgm:cxn modelId="{C6FDB0D0-4A82-4A93-9856-A86D852A2BF9}" srcId="{D3C5B8D2-1E6D-4BCA-9E4B-8A99C8D7BC4A}" destId="{5FE1978A-4B46-42D5-9C3F-7B3BF3DA5841}" srcOrd="9" destOrd="0" parTransId="{ED426C28-1B50-4D0F-BAF1-CAC281851648}" sibTransId="{FC7EC804-6E6C-4E39-A7C1-7828126A3AD8}"/>
    <dgm:cxn modelId="{02E94AE0-1382-4382-8645-1FA402827735}" srcId="{D3C5B8D2-1E6D-4BCA-9E4B-8A99C8D7BC4A}" destId="{0898D444-9C90-4DB0-AA6A-7E35DF8325BA}" srcOrd="6" destOrd="0" parTransId="{1737765F-B4ED-4E4F-AA97-9B385BDE4809}" sibTransId="{D4FBF82A-7B85-4777-AD32-C1CADE6E1B0D}"/>
    <dgm:cxn modelId="{A37DE7E4-6E7A-4B9D-87FD-D7ADF028FAA8}" srcId="{D3C5B8D2-1E6D-4BCA-9E4B-8A99C8D7BC4A}" destId="{06F3FFA9-03CC-43DD-A046-4527A56A53FA}" srcOrd="5" destOrd="0" parTransId="{700B9469-9781-4B60-B90D-28CD6447C8D6}" sibTransId="{889293E2-F79B-4126-A6A4-E1F512BF1805}"/>
    <dgm:cxn modelId="{9BFA62EE-28C3-498C-B6F2-A84E6A378910}" type="presOf" srcId="{27B4E690-4D0F-4D7A-BF6F-F3DD955F4988}" destId="{11C65FC9-2720-451B-9001-4E4805732659}" srcOrd="0" destOrd="0" presId="urn:microsoft.com/office/officeart/2008/layout/VerticalCircleList"/>
    <dgm:cxn modelId="{A7E242F8-2C45-4FDC-BB52-18F98985238D}" type="presOf" srcId="{AA15F752-2303-47DF-82C3-07F577B293BC}" destId="{BF5AA77E-97F5-4E0C-AF1D-BC1BE4F77E62}" srcOrd="0" destOrd="0" presId="urn:microsoft.com/office/officeart/2008/layout/VerticalCircleList"/>
    <dgm:cxn modelId="{AC6411FE-8819-4803-BF14-FCB10E795A5A}" type="presOf" srcId="{5FE1978A-4B46-42D5-9C3F-7B3BF3DA5841}" destId="{A05C65DB-7A37-4D82-8AF8-3792D12AAD5A}" srcOrd="0" destOrd="0" presId="urn:microsoft.com/office/officeart/2008/layout/VerticalCircleList"/>
    <dgm:cxn modelId="{159750FE-A548-413E-B55D-60C1B6790B13}" type="presOf" srcId="{06F3FFA9-03CC-43DD-A046-4527A56A53FA}" destId="{978446D2-FACA-48DF-8775-995AC6A7B06A}" srcOrd="0" destOrd="0" presId="urn:microsoft.com/office/officeart/2008/layout/VerticalCircleList"/>
    <dgm:cxn modelId="{5758D803-1A13-4A46-9BDE-8DBD66BFD91F}" type="presParOf" srcId="{8C0A6726-129D-404A-A8C3-14498B81DEB8}" destId="{50FA0359-EBF7-4FA5-89F8-F62F77FB2465}" srcOrd="0" destOrd="0" presId="urn:microsoft.com/office/officeart/2008/layout/VerticalCircleList"/>
    <dgm:cxn modelId="{A6E89283-20A0-4745-8E5B-038EC01DF8A2}" type="presParOf" srcId="{50FA0359-EBF7-4FA5-89F8-F62F77FB2465}" destId="{1FC5FF0B-5940-428B-BFED-3543772C6FBE}" srcOrd="0" destOrd="0" presId="urn:microsoft.com/office/officeart/2008/layout/VerticalCircleList"/>
    <dgm:cxn modelId="{5655C289-41A6-45F9-A7E5-70C917FA9009}" type="presParOf" srcId="{50FA0359-EBF7-4FA5-89F8-F62F77FB2465}" destId="{19502777-CEBA-4D62-B6EA-BE169CE5F0BE}" srcOrd="1" destOrd="0" presId="urn:microsoft.com/office/officeart/2008/layout/VerticalCircleList"/>
    <dgm:cxn modelId="{3358FDF1-672C-411A-B159-CB6F91F76760}" type="presParOf" srcId="{50FA0359-EBF7-4FA5-89F8-F62F77FB2465}" destId="{DE85C1B3-3746-4E97-BE96-5819E3D07DE0}" srcOrd="2" destOrd="0" presId="urn:microsoft.com/office/officeart/2008/layout/VerticalCircleList"/>
    <dgm:cxn modelId="{892F2E2D-A3B3-4B5C-ABE6-6409D20DA593}" type="presParOf" srcId="{8C0A6726-129D-404A-A8C3-14498B81DEB8}" destId="{9B6DBDC9-03B9-42EF-9C03-860FB7ED8792}" srcOrd="1" destOrd="0" presId="urn:microsoft.com/office/officeart/2008/layout/VerticalCircleList"/>
    <dgm:cxn modelId="{A8E0CB83-5A07-4AF2-BB8F-492EB21009E6}" type="presParOf" srcId="{9B6DBDC9-03B9-42EF-9C03-860FB7ED8792}" destId="{6F7A9F0A-59A9-41AC-B132-3F627DFA5CAF}" srcOrd="0" destOrd="0" presId="urn:microsoft.com/office/officeart/2008/layout/VerticalCircleList"/>
    <dgm:cxn modelId="{320C6421-2AD6-4F11-8B2D-F49CF67CD15A}" type="presParOf" srcId="{9B6DBDC9-03B9-42EF-9C03-860FB7ED8792}" destId="{0129B47A-1573-420C-9ABE-30FFA67B359A}" srcOrd="1" destOrd="0" presId="urn:microsoft.com/office/officeart/2008/layout/VerticalCircleList"/>
    <dgm:cxn modelId="{6B93693B-86E1-45DD-B561-3928866223C8}" type="presParOf" srcId="{9B6DBDC9-03B9-42EF-9C03-860FB7ED8792}" destId="{11C65FC9-2720-451B-9001-4E4805732659}" srcOrd="2" destOrd="0" presId="urn:microsoft.com/office/officeart/2008/layout/VerticalCircleList"/>
    <dgm:cxn modelId="{9B28A9EA-FBE5-4C15-A562-A2B02D68AD63}" type="presParOf" srcId="{8C0A6726-129D-404A-A8C3-14498B81DEB8}" destId="{489CF514-A311-4D4E-9D6D-1873CA353C32}" srcOrd="2" destOrd="0" presId="urn:microsoft.com/office/officeart/2008/layout/VerticalCircleList"/>
    <dgm:cxn modelId="{CBA3D586-418A-4C81-BD30-299FAD3FDF84}" type="presParOf" srcId="{489CF514-A311-4D4E-9D6D-1873CA353C32}" destId="{031F9CA9-62C8-4BB7-9EB5-7D105AB00245}" srcOrd="0" destOrd="0" presId="urn:microsoft.com/office/officeart/2008/layout/VerticalCircleList"/>
    <dgm:cxn modelId="{AD65FBFF-5C57-48D7-83FC-0FA0D43D03D3}" type="presParOf" srcId="{489CF514-A311-4D4E-9D6D-1873CA353C32}" destId="{F2D1591D-F946-4240-8638-491BB68F9858}" srcOrd="1" destOrd="0" presId="urn:microsoft.com/office/officeart/2008/layout/VerticalCircleList"/>
    <dgm:cxn modelId="{6E4927F1-9465-4A0F-BEB3-CB6B717C8BC2}" type="presParOf" srcId="{489CF514-A311-4D4E-9D6D-1873CA353C32}" destId="{D08E3668-065C-49B1-A0B7-E626D236B95F}" srcOrd="2" destOrd="0" presId="urn:microsoft.com/office/officeart/2008/layout/VerticalCircleList"/>
    <dgm:cxn modelId="{BA66AD14-858F-4772-8C37-4C18D7858821}" type="presParOf" srcId="{8C0A6726-129D-404A-A8C3-14498B81DEB8}" destId="{5D50070E-7F12-4962-AA95-282693B4C238}" srcOrd="3" destOrd="0" presId="urn:microsoft.com/office/officeart/2008/layout/VerticalCircleList"/>
    <dgm:cxn modelId="{8614E965-B80D-4EAF-A5AD-ADABA8C8F8E5}" type="presParOf" srcId="{5D50070E-7F12-4962-AA95-282693B4C238}" destId="{540DC536-99AA-43F3-A457-6BB12EC4D7DD}" srcOrd="0" destOrd="0" presId="urn:microsoft.com/office/officeart/2008/layout/VerticalCircleList"/>
    <dgm:cxn modelId="{772F96FE-B2FB-4C8A-AC2A-31535E9F47A2}" type="presParOf" srcId="{5D50070E-7F12-4962-AA95-282693B4C238}" destId="{3B084527-7A1F-4CAE-8977-8D03F64628E4}" srcOrd="1" destOrd="0" presId="urn:microsoft.com/office/officeart/2008/layout/VerticalCircleList"/>
    <dgm:cxn modelId="{32AE5238-6F5C-4CEB-9206-4E2542BC2799}" type="presParOf" srcId="{5D50070E-7F12-4962-AA95-282693B4C238}" destId="{20E2ED35-2BB2-40C0-BBC1-94B7B060B0AD}" srcOrd="2" destOrd="0" presId="urn:microsoft.com/office/officeart/2008/layout/VerticalCircleList"/>
    <dgm:cxn modelId="{04AF9C24-C89B-4011-9C76-3E7C39BC289B}" type="presParOf" srcId="{8C0A6726-129D-404A-A8C3-14498B81DEB8}" destId="{4AC7CE13-6960-410A-A13B-A8D7C515755C}" srcOrd="4" destOrd="0" presId="urn:microsoft.com/office/officeart/2008/layout/VerticalCircleList"/>
    <dgm:cxn modelId="{599CA8F0-ADB4-4034-836E-878429813232}" type="presParOf" srcId="{4AC7CE13-6960-410A-A13B-A8D7C515755C}" destId="{5046FD7E-3434-4ADC-82C6-0D0FADA7B616}" srcOrd="0" destOrd="0" presId="urn:microsoft.com/office/officeart/2008/layout/VerticalCircleList"/>
    <dgm:cxn modelId="{503DC794-D659-41D6-B7AA-47EFF41D45F4}" type="presParOf" srcId="{4AC7CE13-6960-410A-A13B-A8D7C515755C}" destId="{483705A7-94F4-4DFB-B88E-57A68BD40802}" srcOrd="1" destOrd="0" presId="urn:microsoft.com/office/officeart/2008/layout/VerticalCircleList"/>
    <dgm:cxn modelId="{94C3A8FC-43BE-4EB9-B24B-2DD30BE3474C}" type="presParOf" srcId="{4AC7CE13-6960-410A-A13B-A8D7C515755C}" destId="{362E1491-3968-4E50-BB2B-7FF909C5AA55}" srcOrd="2" destOrd="0" presId="urn:microsoft.com/office/officeart/2008/layout/VerticalCircleList"/>
    <dgm:cxn modelId="{ECD1287B-1172-4EC3-AA25-A13A31AFCB0A}" type="presParOf" srcId="{8C0A6726-129D-404A-A8C3-14498B81DEB8}" destId="{C622B430-F89F-4BF1-BC0B-8C2495BE6FC6}" srcOrd="5" destOrd="0" presId="urn:microsoft.com/office/officeart/2008/layout/VerticalCircleList"/>
    <dgm:cxn modelId="{79AA701C-7DAE-4055-99DF-4E838E25D973}" type="presParOf" srcId="{C622B430-F89F-4BF1-BC0B-8C2495BE6FC6}" destId="{E07936DB-D605-410B-BE15-1EC932132FC0}" srcOrd="0" destOrd="0" presId="urn:microsoft.com/office/officeart/2008/layout/VerticalCircleList"/>
    <dgm:cxn modelId="{4F96B12E-1089-4AAF-8E2D-6889AC08697A}" type="presParOf" srcId="{C622B430-F89F-4BF1-BC0B-8C2495BE6FC6}" destId="{A43D7636-925C-4780-A513-76F007061B94}" srcOrd="1" destOrd="0" presId="urn:microsoft.com/office/officeart/2008/layout/VerticalCircleList"/>
    <dgm:cxn modelId="{CBF100A3-F3E7-434A-8343-7CE5F5322139}" type="presParOf" srcId="{C622B430-F89F-4BF1-BC0B-8C2495BE6FC6}" destId="{978446D2-FACA-48DF-8775-995AC6A7B06A}" srcOrd="2" destOrd="0" presId="urn:microsoft.com/office/officeart/2008/layout/VerticalCircleList"/>
    <dgm:cxn modelId="{6169769E-53C8-4941-8CCF-8CD0FDAB1434}" type="presParOf" srcId="{8C0A6726-129D-404A-A8C3-14498B81DEB8}" destId="{F4B6527C-79AD-42CE-87F7-B6A7FE5345E5}" srcOrd="6" destOrd="0" presId="urn:microsoft.com/office/officeart/2008/layout/VerticalCircleList"/>
    <dgm:cxn modelId="{A0C703AE-0C19-4281-BC2F-0124B69C7C58}" type="presParOf" srcId="{F4B6527C-79AD-42CE-87F7-B6A7FE5345E5}" destId="{76C832F3-42D5-40D8-8FE4-0CEFDC3B8D71}" srcOrd="0" destOrd="0" presId="urn:microsoft.com/office/officeart/2008/layout/VerticalCircleList"/>
    <dgm:cxn modelId="{77F57807-7EBC-4E6E-BF70-41ED7B3E86FC}" type="presParOf" srcId="{F4B6527C-79AD-42CE-87F7-B6A7FE5345E5}" destId="{30D65E05-968A-493A-AE61-492CE7590634}" srcOrd="1" destOrd="0" presId="urn:microsoft.com/office/officeart/2008/layout/VerticalCircleList"/>
    <dgm:cxn modelId="{DB49B17F-B9F9-4445-BFC2-1046CD8E2CDC}" type="presParOf" srcId="{F4B6527C-79AD-42CE-87F7-B6A7FE5345E5}" destId="{0330D61A-180B-41E1-BCF4-9179AF7AA7DD}" srcOrd="2" destOrd="0" presId="urn:microsoft.com/office/officeart/2008/layout/VerticalCircleList"/>
    <dgm:cxn modelId="{70F382BD-5A92-45D7-80F4-3E10F77DD852}" type="presParOf" srcId="{8C0A6726-129D-404A-A8C3-14498B81DEB8}" destId="{F3731845-ABF0-464D-B70A-0A4E7158CBA7}" srcOrd="7" destOrd="0" presId="urn:microsoft.com/office/officeart/2008/layout/VerticalCircleList"/>
    <dgm:cxn modelId="{0CE8A426-EF3B-467F-B7EA-897769723AB5}" type="presParOf" srcId="{F3731845-ABF0-464D-B70A-0A4E7158CBA7}" destId="{A6CE7514-2111-461E-8201-932CDAF38608}" srcOrd="0" destOrd="0" presId="urn:microsoft.com/office/officeart/2008/layout/VerticalCircleList"/>
    <dgm:cxn modelId="{A380F4B4-CCC8-4A49-8500-6158D2932CE7}" type="presParOf" srcId="{F3731845-ABF0-464D-B70A-0A4E7158CBA7}" destId="{EEB870DA-1E82-4B07-B67C-373E97802908}" srcOrd="1" destOrd="0" presId="urn:microsoft.com/office/officeart/2008/layout/VerticalCircleList"/>
    <dgm:cxn modelId="{CE0E3206-1CED-42A0-B4BE-58CA8BE9CA39}" type="presParOf" srcId="{F3731845-ABF0-464D-B70A-0A4E7158CBA7}" destId="{BF5AA77E-97F5-4E0C-AF1D-BC1BE4F77E62}" srcOrd="2" destOrd="0" presId="urn:microsoft.com/office/officeart/2008/layout/VerticalCircleList"/>
    <dgm:cxn modelId="{DE5088FD-8D45-43A0-9F12-68E035B502EB}" type="presParOf" srcId="{8C0A6726-129D-404A-A8C3-14498B81DEB8}" destId="{FC3E40AA-BCAE-4B6D-9282-7AB8A3D87538}" srcOrd="8" destOrd="0" presId="urn:microsoft.com/office/officeart/2008/layout/VerticalCircleList"/>
    <dgm:cxn modelId="{7076210A-A334-47CE-B84E-EFA51F18EF6F}" type="presParOf" srcId="{FC3E40AA-BCAE-4B6D-9282-7AB8A3D87538}" destId="{E9450E9C-CBDC-41A6-B829-8EEC617284F4}" srcOrd="0" destOrd="0" presId="urn:microsoft.com/office/officeart/2008/layout/VerticalCircleList"/>
    <dgm:cxn modelId="{CC5A8C33-A2AB-4AD3-9D99-C9C7782AEF48}" type="presParOf" srcId="{FC3E40AA-BCAE-4B6D-9282-7AB8A3D87538}" destId="{1BCC79AE-31A9-44C8-BA2C-5572EFF4477A}" srcOrd="1" destOrd="0" presId="urn:microsoft.com/office/officeart/2008/layout/VerticalCircleList"/>
    <dgm:cxn modelId="{8055C8E4-1AFF-4DC1-BFD9-01B05682F92D}" type="presParOf" srcId="{FC3E40AA-BCAE-4B6D-9282-7AB8A3D87538}" destId="{FEBB32EB-2028-4D3A-AB1A-9C53E3391E01}" srcOrd="2" destOrd="0" presId="urn:microsoft.com/office/officeart/2008/layout/VerticalCircleList"/>
    <dgm:cxn modelId="{671A5A41-1AE7-433A-B48E-F5F281902E33}" type="presParOf" srcId="{8C0A6726-129D-404A-A8C3-14498B81DEB8}" destId="{71BA9A52-383A-4A8E-8AF8-DD8022D5E64C}" srcOrd="9" destOrd="0" presId="urn:microsoft.com/office/officeart/2008/layout/VerticalCircleList"/>
    <dgm:cxn modelId="{37209EF4-3A6B-4F43-94B7-B2452E6A4975}" type="presParOf" srcId="{71BA9A52-383A-4A8E-8AF8-DD8022D5E64C}" destId="{02A1C9D4-34BF-482F-BCE3-E95066BEB402}" srcOrd="0" destOrd="0" presId="urn:microsoft.com/office/officeart/2008/layout/VerticalCircleList"/>
    <dgm:cxn modelId="{68AF2C95-069A-4FF9-816D-2D28F1AD5224}" type="presParOf" srcId="{71BA9A52-383A-4A8E-8AF8-DD8022D5E64C}" destId="{5B8BFD1F-0091-48DC-A643-3C3ED34FE6FD}" srcOrd="1" destOrd="0" presId="urn:microsoft.com/office/officeart/2008/layout/VerticalCircleList"/>
    <dgm:cxn modelId="{514996FD-1554-4F14-A3B1-304811ECB0B1}" type="presParOf" srcId="{71BA9A52-383A-4A8E-8AF8-DD8022D5E64C}" destId="{A05C65DB-7A37-4D82-8AF8-3792D12AAD5A}" srcOrd="2" destOrd="0" presId="urn:microsoft.com/office/officeart/2008/layout/VerticalCircleList"/>
    <dgm:cxn modelId="{0DF011E3-8867-4CFE-A2EF-7B9257740CFF}" type="presParOf" srcId="{8C0A6726-129D-404A-A8C3-14498B81DEB8}" destId="{DD5089A6-7EDB-4FD2-A5D5-BEB73871C0FD}" srcOrd="10" destOrd="0" presId="urn:microsoft.com/office/officeart/2008/layout/VerticalCircleList"/>
    <dgm:cxn modelId="{D22CF3B7-8079-4A5E-894C-04C593FE828C}" type="presParOf" srcId="{DD5089A6-7EDB-4FD2-A5D5-BEB73871C0FD}" destId="{397304D6-E534-4474-9D52-E7A6B6B8FA9E}" srcOrd="0" destOrd="0" presId="urn:microsoft.com/office/officeart/2008/layout/VerticalCircleList"/>
    <dgm:cxn modelId="{70892776-8297-405E-97A6-F178DCD67C4D}" type="presParOf" srcId="{DD5089A6-7EDB-4FD2-A5D5-BEB73871C0FD}" destId="{623C45B4-AF01-4FFB-96CC-66B081A8C235}" srcOrd="1" destOrd="0" presId="urn:microsoft.com/office/officeart/2008/layout/VerticalCircleList"/>
    <dgm:cxn modelId="{00F4E252-450D-482A-9047-426865B2F6E1}" type="presParOf" srcId="{DD5089A6-7EDB-4FD2-A5D5-BEB73871C0FD}" destId="{B46FDB07-8889-45BC-BAB1-A15AE9FCBD69}" srcOrd="2" destOrd="0" presId="urn:microsoft.com/office/officeart/2008/layout/VerticalCircleLis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D533-56A7-44F9-AB5F-B12D35D0CCA4}">
      <dsp:nvSpPr>
        <dsp:cNvPr id="0" name=""/>
        <dsp:cNvSpPr/>
      </dsp:nvSpPr>
      <dsp:spPr>
        <a:xfrm>
          <a:off x="98960" y="389895"/>
          <a:ext cx="5917882" cy="537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en-US" sz="2600" kern="1200" dirty="0"/>
            <a:t>PATTERN 1</a:t>
          </a:r>
        </a:p>
      </dsp:txBody>
      <dsp:txXfrm>
        <a:off x="98960" y="389895"/>
        <a:ext cx="5917882" cy="537989"/>
      </dsp:txXfrm>
    </dsp:sp>
    <dsp:sp modelId="{B5E09CC3-072D-40C5-93CB-3CB61546DAC3}">
      <dsp:nvSpPr>
        <dsp:cNvPr id="0" name=""/>
        <dsp:cNvSpPr/>
      </dsp:nvSpPr>
      <dsp:spPr>
        <a:xfrm>
          <a:off x="98960" y="927885"/>
          <a:ext cx="1384784" cy="1095904"/>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E5B5F30-562C-45F5-947C-105C96262837}">
      <dsp:nvSpPr>
        <dsp:cNvPr id="0" name=""/>
        <dsp:cNvSpPr/>
      </dsp:nvSpPr>
      <dsp:spPr>
        <a:xfrm>
          <a:off x="930751" y="927885"/>
          <a:ext cx="1384784" cy="1095904"/>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A96BDD2-A6C8-4432-8E71-D4E67320B8FF}">
      <dsp:nvSpPr>
        <dsp:cNvPr id="0" name=""/>
        <dsp:cNvSpPr/>
      </dsp:nvSpPr>
      <dsp:spPr>
        <a:xfrm>
          <a:off x="1763200" y="927885"/>
          <a:ext cx="1384784" cy="1095904"/>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AAF1885-F2C6-4C50-A304-71F970C85713}">
      <dsp:nvSpPr>
        <dsp:cNvPr id="0" name=""/>
        <dsp:cNvSpPr/>
      </dsp:nvSpPr>
      <dsp:spPr>
        <a:xfrm>
          <a:off x="2594991" y="927885"/>
          <a:ext cx="1384784" cy="1095904"/>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1C9109EC-43D0-4356-8840-1C174E169D4F}">
      <dsp:nvSpPr>
        <dsp:cNvPr id="0" name=""/>
        <dsp:cNvSpPr/>
      </dsp:nvSpPr>
      <dsp:spPr>
        <a:xfrm>
          <a:off x="3427440" y="927885"/>
          <a:ext cx="1384784" cy="1095904"/>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F580C234-F277-4109-8F54-CBF87BE4B61B}">
      <dsp:nvSpPr>
        <dsp:cNvPr id="0" name=""/>
        <dsp:cNvSpPr/>
      </dsp:nvSpPr>
      <dsp:spPr>
        <a:xfrm>
          <a:off x="4259231" y="927885"/>
          <a:ext cx="1384784" cy="1095904"/>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2DC7889-4537-4EA1-8B7E-3B1E25B6DE4C}">
      <dsp:nvSpPr>
        <dsp:cNvPr id="0" name=""/>
        <dsp:cNvSpPr/>
      </dsp:nvSpPr>
      <dsp:spPr>
        <a:xfrm>
          <a:off x="5091680" y="927885"/>
          <a:ext cx="1384784" cy="1095904"/>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6F8A2D-B8E9-481F-97F6-8D8A2A54017A}">
      <dsp:nvSpPr>
        <dsp:cNvPr id="0" name=""/>
        <dsp:cNvSpPr/>
      </dsp:nvSpPr>
      <dsp:spPr>
        <a:xfrm>
          <a:off x="98960" y="1037475"/>
          <a:ext cx="5994814" cy="876723"/>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6604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b="1" kern="1200" dirty="0"/>
            <a:t>CREATIONAL</a:t>
          </a:r>
        </a:p>
      </dsp:txBody>
      <dsp:txXfrm>
        <a:off x="98960" y="1037475"/>
        <a:ext cx="5994814" cy="876723"/>
      </dsp:txXfrm>
    </dsp:sp>
    <dsp:sp modelId="{A4E32358-9FAF-4554-AC0F-5ED0792D2EF5}">
      <dsp:nvSpPr>
        <dsp:cNvPr id="0" name=""/>
        <dsp:cNvSpPr/>
      </dsp:nvSpPr>
      <dsp:spPr>
        <a:xfrm>
          <a:off x="98960" y="2142153"/>
          <a:ext cx="5917882" cy="537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en-US" sz="2600" kern="1200" dirty="0"/>
            <a:t>PATTERN 2</a:t>
          </a:r>
        </a:p>
      </dsp:txBody>
      <dsp:txXfrm>
        <a:off x="98960" y="2142153"/>
        <a:ext cx="5917882" cy="537989"/>
      </dsp:txXfrm>
    </dsp:sp>
    <dsp:sp modelId="{694975F8-4C8F-474E-82FD-B2D3B38E3CE9}">
      <dsp:nvSpPr>
        <dsp:cNvPr id="0" name=""/>
        <dsp:cNvSpPr/>
      </dsp:nvSpPr>
      <dsp:spPr>
        <a:xfrm>
          <a:off x="98960" y="2680142"/>
          <a:ext cx="1384784" cy="1095904"/>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3461506E-F2BB-405D-A55B-BEB6F1374518}">
      <dsp:nvSpPr>
        <dsp:cNvPr id="0" name=""/>
        <dsp:cNvSpPr/>
      </dsp:nvSpPr>
      <dsp:spPr>
        <a:xfrm>
          <a:off x="930751" y="2680142"/>
          <a:ext cx="1384784" cy="1095904"/>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3EA23D-813A-4C2D-A537-8243C507CEB5}">
      <dsp:nvSpPr>
        <dsp:cNvPr id="0" name=""/>
        <dsp:cNvSpPr/>
      </dsp:nvSpPr>
      <dsp:spPr>
        <a:xfrm>
          <a:off x="1763200" y="2680142"/>
          <a:ext cx="1384784" cy="1095904"/>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B2EDFA1-E5EE-473E-86DC-A299D77CF06C}">
      <dsp:nvSpPr>
        <dsp:cNvPr id="0" name=""/>
        <dsp:cNvSpPr/>
      </dsp:nvSpPr>
      <dsp:spPr>
        <a:xfrm>
          <a:off x="2594991" y="2680142"/>
          <a:ext cx="1384784" cy="1095904"/>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9CDA10C-4B9C-4F99-9CE8-2F50B1F51829}">
      <dsp:nvSpPr>
        <dsp:cNvPr id="0" name=""/>
        <dsp:cNvSpPr/>
      </dsp:nvSpPr>
      <dsp:spPr>
        <a:xfrm>
          <a:off x="3427440" y="2680142"/>
          <a:ext cx="1384784" cy="1095904"/>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A7A25454-564F-41D3-9BE8-A358F92A3958}">
      <dsp:nvSpPr>
        <dsp:cNvPr id="0" name=""/>
        <dsp:cNvSpPr/>
      </dsp:nvSpPr>
      <dsp:spPr>
        <a:xfrm>
          <a:off x="4259231" y="2680142"/>
          <a:ext cx="1384784" cy="1095904"/>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8F9A76A5-9999-4ECA-A9FA-4698A1E4CE80}">
      <dsp:nvSpPr>
        <dsp:cNvPr id="0" name=""/>
        <dsp:cNvSpPr/>
      </dsp:nvSpPr>
      <dsp:spPr>
        <a:xfrm>
          <a:off x="5091680" y="2680142"/>
          <a:ext cx="1384784" cy="1095904"/>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2532E9-08CE-4B0A-BCE0-D0BA22A7E592}">
      <dsp:nvSpPr>
        <dsp:cNvPr id="0" name=""/>
        <dsp:cNvSpPr/>
      </dsp:nvSpPr>
      <dsp:spPr>
        <a:xfrm>
          <a:off x="98960" y="2789732"/>
          <a:ext cx="5994814" cy="876723"/>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6604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b="1" kern="1200" dirty="0"/>
            <a:t>STRUCTURAL</a:t>
          </a:r>
        </a:p>
      </dsp:txBody>
      <dsp:txXfrm>
        <a:off x="98960" y="2789732"/>
        <a:ext cx="5994814" cy="876723"/>
      </dsp:txXfrm>
    </dsp:sp>
    <dsp:sp modelId="{6942386B-9CB3-42BD-8359-D4983AE6BE94}">
      <dsp:nvSpPr>
        <dsp:cNvPr id="0" name=""/>
        <dsp:cNvSpPr/>
      </dsp:nvSpPr>
      <dsp:spPr>
        <a:xfrm>
          <a:off x="98960" y="3894410"/>
          <a:ext cx="5917882" cy="537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en-US" sz="2600" kern="1200" dirty="0"/>
            <a:t>PATTERN 3</a:t>
          </a:r>
        </a:p>
      </dsp:txBody>
      <dsp:txXfrm>
        <a:off x="98960" y="3894410"/>
        <a:ext cx="5917882" cy="537989"/>
      </dsp:txXfrm>
    </dsp:sp>
    <dsp:sp modelId="{F0B1E947-A6D5-46E6-8DF3-38B6CD902A99}">
      <dsp:nvSpPr>
        <dsp:cNvPr id="0" name=""/>
        <dsp:cNvSpPr/>
      </dsp:nvSpPr>
      <dsp:spPr>
        <a:xfrm>
          <a:off x="98960" y="4432400"/>
          <a:ext cx="1384784" cy="1095904"/>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97D383C-06AE-488E-BDDF-404AF7FBEC48}">
      <dsp:nvSpPr>
        <dsp:cNvPr id="0" name=""/>
        <dsp:cNvSpPr/>
      </dsp:nvSpPr>
      <dsp:spPr>
        <a:xfrm>
          <a:off x="930751" y="4432400"/>
          <a:ext cx="1384784" cy="1095904"/>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D991157B-C2C1-4888-B216-C7ADFB07A709}">
      <dsp:nvSpPr>
        <dsp:cNvPr id="0" name=""/>
        <dsp:cNvSpPr/>
      </dsp:nvSpPr>
      <dsp:spPr>
        <a:xfrm>
          <a:off x="1763200" y="4432400"/>
          <a:ext cx="1384784" cy="1095904"/>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334218-EB00-497D-B4E5-25842E5B4CD8}">
      <dsp:nvSpPr>
        <dsp:cNvPr id="0" name=""/>
        <dsp:cNvSpPr/>
      </dsp:nvSpPr>
      <dsp:spPr>
        <a:xfrm>
          <a:off x="2594991" y="4432400"/>
          <a:ext cx="1384784" cy="1095904"/>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0F9E2D2-B621-4521-9646-440AB7497F1F}">
      <dsp:nvSpPr>
        <dsp:cNvPr id="0" name=""/>
        <dsp:cNvSpPr/>
      </dsp:nvSpPr>
      <dsp:spPr>
        <a:xfrm>
          <a:off x="3427440" y="4432400"/>
          <a:ext cx="1384784" cy="1095904"/>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8022930-DC19-4D8D-99CA-22B6F67B4F8C}">
      <dsp:nvSpPr>
        <dsp:cNvPr id="0" name=""/>
        <dsp:cNvSpPr/>
      </dsp:nvSpPr>
      <dsp:spPr>
        <a:xfrm>
          <a:off x="4259231" y="4432400"/>
          <a:ext cx="1384784" cy="1095904"/>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09D53426-11B8-4B93-9FA7-2E1EF814C7CC}">
      <dsp:nvSpPr>
        <dsp:cNvPr id="0" name=""/>
        <dsp:cNvSpPr/>
      </dsp:nvSpPr>
      <dsp:spPr>
        <a:xfrm>
          <a:off x="5091680" y="4432400"/>
          <a:ext cx="1384784" cy="1095904"/>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D1CCBD6-3740-4106-ACAE-D6E331C7E2C9}">
      <dsp:nvSpPr>
        <dsp:cNvPr id="0" name=""/>
        <dsp:cNvSpPr/>
      </dsp:nvSpPr>
      <dsp:spPr>
        <a:xfrm>
          <a:off x="98960" y="4541990"/>
          <a:ext cx="5994814" cy="876723"/>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6604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b="1" kern="1200" dirty="0"/>
            <a:t>BEHAVIORAL</a:t>
          </a:r>
        </a:p>
      </dsp:txBody>
      <dsp:txXfrm>
        <a:off x="98960" y="4541990"/>
        <a:ext cx="5994814" cy="876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D533-56A7-44F9-AB5F-B12D35D0CCA4}">
      <dsp:nvSpPr>
        <dsp:cNvPr id="0" name=""/>
        <dsp:cNvSpPr/>
      </dsp:nvSpPr>
      <dsp:spPr>
        <a:xfrm>
          <a:off x="307599" y="1221"/>
          <a:ext cx="553067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1066800">
            <a:lnSpc>
              <a:spcPct val="90000"/>
            </a:lnSpc>
            <a:spcBef>
              <a:spcPct val="0"/>
            </a:spcBef>
            <a:spcAft>
              <a:spcPct val="35000"/>
            </a:spcAft>
            <a:buNone/>
          </a:pPr>
          <a:endParaRPr lang="en-US" sz="2400" kern="1200" dirty="0"/>
        </a:p>
      </dsp:txBody>
      <dsp:txXfrm>
        <a:off x="307599" y="1221"/>
        <a:ext cx="5530677" cy="502788"/>
      </dsp:txXfrm>
    </dsp:sp>
    <dsp:sp modelId="{B5E09CC3-072D-40C5-93CB-3CB61546DAC3}">
      <dsp:nvSpPr>
        <dsp:cNvPr id="0" name=""/>
        <dsp:cNvSpPr/>
      </dsp:nvSpPr>
      <dsp:spPr>
        <a:xfrm>
          <a:off x="307599" y="504010"/>
          <a:ext cx="1294178" cy="1024199"/>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E5B5F30-562C-45F5-947C-105C96262837}">
      <dsp:nvSpPr>
        <dsp:cNvPr id="0" name=""/>
        <dsp:cNvSpPr/>
      </dsp:nvSpPr>
      <dsp:spPr>
        <a:xfrm>
          <a:off x="1084966" y="504010"/>
          <a:ext cx="1294178" cy="1024199"/>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A96BDD2-A6C8-4432-8E71-D4E67320B8FF}">
      <dsp:nvSpPr>
        <dsp:cNvPr id="0" name=""/>
        <dsp:cNvSpPr/>
      </dsp:nvSpPr>
      <dsp:spPr>
        <a:xfrm>
          <a:off x="1862948" y="504010"/>
          <a:ext cx="1294178" cy="1024199"/>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AAF1885-F2C6-4C50-A304-71F970C85713}">
      <dsp:nvSpPr>
        <dsp:cNvPr id="0" name=""/>
        <dsp:cNvSpPr/>
      </dsp:nvSpPr>
      <dsp:spPr>
        <a:xfrm>
          <a:off x="2640315" y="504010"/>
          <a:ext cx="1294178" cy="1024199"/>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1C9109EC-43D0-4356-8840-1C174E169D4F}">
      <dsp:nvSpPr>
        <dsp:cNvPr id="0" name=""/>
        <dsp:cNvSpPr/>
      </dsp:nvSpPr>
      <dsp:spPr>
        <a:xfrm>
          <a:off x="3418297" y="504010"/>
          <a:ext cx="1294178" cy="1024199"/>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F580C234-F277-4109-8F54-CBF87BE4B61B}">
      <dsp:nvSpPr>
        <dsp:cNvPr id="0" name=""/>
        <dsp:cNvSpPr/>
      </dsp:nvSpPr>
      <dsp:spPr>
        <a:xfrm>
          <a:off x="4195665" y="504010"/>
          <a:ext cx="1294178" cy="1024199"/>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2DC7889-4537-4EA1-8B7E-3B1E25B6DE4C}">
      <dsp:nvSpPr>
        <dsp:cNvPr id="0" name=""/>
        <dsp:cNvSpPr/>
      </dsp:nvSpPr>
      <dsp:spPr>
        <a:xfrm>
          <a:off x="4973647" y="504010"/>
          <a:ext cx="1294178" cy="1024199"/>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6F8A2D-B8E9-481F-97F6-8D8A2A54017A}">
      <dsp:nvSpPr>
        <dsp:cNvPr id="0" name=""/>
        <dsp:cNvSpPr/>
      </dsp:nvSpPr>
      <dsp:spPr>
        <a:xfrm>
          <a:off x="307599" y="606430"/>
          <a:ext cx="5602576" cy="819359"/>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a:t>SINGLETON</a:t>
          </a:r>
        </a:p>
      </dsp:txBody>
      <dsp:txXfrm>
        <a:off x="307599" y="606430"/>
        <a:ext cx="5602576" cy="819359"/>
      </dsp:txXfrm>
    </dsp:sp>
    <dsp:sp modelId="{A4E32358-9FAF-4554-AC0F-5ED0792D2EF5}">
      <dsp:nvSpPr>
        <dsp:cNvPr id="0" name=""/>
        <dsp:cNvSpPr/>
      </dsp:nvSpPr>
      <dsp:spPr>
        <a:xfrm>
          <a:off x="307599" y="1617207"/>
          <a:ext cx="553067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1066800">
            <a:lnSpc>
              <a:spcPct val="90000"/>
            </a:lnSpc>
            <a:spcBef>
              <a:spcPct val="0"/>
            </a:spcBef>
            <a:spcAft>
              <a:spcPct val="35000"/>
            </a:spcAft>
            <a:buNone/>
          </a:pPr>
          <a:endParaRPr lang="en-US" sz="2400" kern="1200" dirty="0"/>
        </a:p>
      </dsp:txBody>
      <dsp:txXfrm>
        <a:off x="307599" y="1617207"/>
        <a:ext cx="5530677" cy="502788"/>
      </dsp:txXfrm>
    </dsp:sp>
    <dsp:sp modelId="{694975F8-4C8F-474E-82FD-B2D3B38E3CE9}">
      <dsp:nvSpPr>
        <dsp:cNvPr id="0" name=""/>
        <dsp:cNvSpPr/>
      </dsp:nvSpPr>
      <dsp:spPr>
        <a:xfrm>
          <a:off x="307599" y="2119996"/>
          <a:ext cx="1294178" cy="1024199"/>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3461506E-F2BB-405D-A55B-BEB6F1374518}">
      <dsp:nvSpPr>
        <dsp:cNvPr id="0" name=""/>
        <dsp:cNvSpPr/>
      </dsp:nvSpPr>
      <dsp:spPr>
        <a:xfrm>
          <a:off x="1084966" y="2119996"/>
          <a:ext cx="1294178" cy="1024199"/>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3EA23D-813A-4C2D-A537-8243C507CEB5}">
      <dsp:nvSpPr>
        <dsp:cNvPr id="0" name=""/>
        <dsp:cNvSpPr/>
      </dsp:nvSpPr>
      <dsp:spPr>
        <a:xfrm>
          <a:off x="1862948" y="2119996"/>
          <a:ext cx="1294178" cy="1024199"/>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B2EDFA1-E5EE-473E-86DC-A299D77CF06C}">
      <dsp:nvSpPr>
        <dsp:cNvPr id="0" name=""/>
        <dsp:cNvSpPr/>
      </dsp:nvSpPr>
      <dsp:spPr>
        <a:xfrm>
          <a:off x="2640315" y="2119996"/>
          <a:ext cx="1294178" cy="1024199"/>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9CDA10C-4B9C-4F99-9CE8-2F50B1F51829}">
      <dsp:nvSpPr>
        <dsp:cNvPr id="0" name=""/>
        <dsp:cNvSpPr/>
      </dsp:nvSpPr>
      <dsp:spPr>
        <a:xfrm>
          <a:off x="3418297" y="2119996"/>
          <a:ext cx="1294178" cy="1024199"/>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A7A25454-564F-41D3-9BE8-A358F92A3958}">
      <dsp:nvSpPr>
        <dsp:cNvPr id="0" name=""/>
        <dsp:cNvSpPr/>
      </dsp:nvSpPr>
      <dsp:spPr>
        <a:xfrm>
          <a:off x="4195665" y="2119996"/>
          <a:ext cx="1294178" cy="1024199"/>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8F9A76A5-9999-4ECA-A9FA-4698A1E4CE80}">
      <dsp:nvSpPr>
        <dsp:cNvPr id="0" name=""/>
        <dsp:cNvSpPr/>
      </dsp:nvSpPr>
      <dsp:spPr>
        <a:xfrm>
          <a:off x="4973647" y="2119996"/>
          <a:ext cx="1294178" cy="1024199"/>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2532E9-08CE-4B0A-BCE0-D0BA22A7E592}">
      <dsp:nvSpPr>
        <dsp:cNvPr id="0" name=""/>
        <dsp:cNvSpPr/>
      </dsp:nvSpPr>
      <dsp:spPr>
        <a:xfrm>
          <a:off x="307599" y="2222416"/>
          <a:ext cx="5602576" cy="819359"/>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a:t>FACTORY METHOD</a:t>
          </a:r>
        </a:p>
      </dsp:txBody>
      <dsp:txXfrm>
        <a:off x="307599" y="2222416"/>
        <a:ext cx="5602576" cy="819359"/>
      </dsp:txXfrm>
    </dsp:sp>
    <dsp:sp modelId="{6942386B-9CB3-42BD-8359-D4983AE6BE94}">
      <dsp:nvSpPr>
        <dsp:cNvPr id="0" name=""/>
        <dsp:cNvSpPr/>
      </dsp:nvSpPr>
      <dsp:spPr>
        <a:xfrm>
          <a:off x="307599" y="3233192"/>
          <a:ext cx="553067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1066800">
            <a:lnSpc>
              <a:spcPct val="90000"/>
            </a:lnSpc>
            <a:spcBef>
              <a:spcPct val="0"/>
            </a:spcBef>
            <a:spcAft>
              <a:spcPct val="35000"/>
            </a:spcAft>
            <a:buNone/>
          </a:pPr>
          <a:endParaRPr lang="en-US" sz="2400" kern="1200" dirty="0"/>
        </a:p>
      </dsp:txBody>
      <dsp:txXfrm>
        <a:off x="307599" y="3233192"/>
        <a:ext cx="5530677" cy="502788"/>
      </dsp:txXfrm>
    </dsp:sp>
    <dsp:sp modelId="{F0B1E947-A6D5-46E6-8DF3-38B6CD902A99}">
      <dsp:nvSpPr>
        <dsp:cNvPr id="0" name=""/>
        <dsp:cNvSpPr/>
      </dsp:nvSpPr>
      <dsp:spPr>
        <a:xfrm>
          <a:off x="307599" y="3735981"/>
          <a:ext cx="1294178" cy="1024199"/>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97D383C-06AE-488E-BDDF-404AF7FBEC48}">
      <dsp:nvSpPr>
        <dsp:cNvPr id="0" name=""/>
        <dsp:cNvSpPr/>
      </dsp:nvSpPr>
      <dsp:spPr>
        <a:xfrm>
          <a:off x="1084966" y="3735981"/>
          <a:ext cx="1294178" cy="1024199"/>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D991157B-C2C1-4888-B216-C7ADFB07A709}">
      <dsp:nvSpPr>
        <dsp:cNvPr id="0" name=""/>
        <dsp:cNvSpPr/>
      </dsp:nvSpPr>
      <dsp:spPr>
        <a:xfrm>
          <a:off x="1862948" y="3735981"/>
          <a:ext cx="1294178" cy="1024199"/>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334218-EB00-497D-B4E5-25842E5B4CD8}">
      <dsp:nvSpPr>
        <dsp:cNvPr id="0" name=""/>
        <dsp:cNvSpPr/>
      </dsp:nvSpPr>
      <dsp:spPr>
        <a:xfrm>
          <a:off x="2640315" y="3735981"/>
          <a:ext cx="1294178" cy="1024199"/>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0F9E2D2-B621-4521-9646-440AB7497F1F}">
      <dsp:nvSpPr>
        <dsp:cNvPr id="0" name=""/>
        <dsp:cNvSpPr/>
      </dsp:nvSpPr>
      <dsp:spPr>
        <a:xfrm>
          <a:off x="3418297" y="3735981"/>
          <a:ext cx="1294178" cy="1024199"/>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8022930-DC19-4D8D-99CA-22B6F67B4F8C}">
      <dsp:nvSpPr>
        <dsp:cNvPr id="0" name=""/>
        <dsp:cNvSpPr/>
      </dsp:nvSpPr>
      <dsp:spPr>
        <a:xfrm>
          <a:off x="4195665" y="3735981"/>
          <a:ext cx="1294178" cy="1024199"/>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09D53426-11B8-4B93-9FA7-2E1EF814C7CC}">
      <dsp:nvSpPr>
        <dsp:cNvPr id="0" name=""/>
        <dsp:cNvSpPr/>
      </dsp:nvSpPr>
      <dsp:spPr>
        <a:xfrm>
          <a:off x="4973647" y="3735981"/>
          <a:ext cx="1294178" cy="1024199"/>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D1CCBD6-3740-4106-ACAE-D6E331C7E2C9}">
      <dsp:nvSpPr>
        <dsp:cNvPr id="0" name=""/>
        <dsp:cNvSpPr/>
      </dsp:nvSpPr>
      <dsp:spPr>
        <a:xfrm>
          <a:off x="348385" y="3811543"/>
          <a:ext cx="5602576" cy="819359"/>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a:t>BUILDER</a:t>
          </a:r>
        </a:p>
      </dsp:txBody>
      <dsp:txXfrm>
        <a:off x="348385" y="3811543"/>
        <a:ext cx="5602576" cy="8193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F8815-4F45-4A90-B72D-BF27F5A65C67}">
      <dsp:nvSpPr>
        <dsp:cNvPr id="0" name=""/>
        <dsp:cNvSpPr/>
      </dsp:nvSpPr>
      <dsp:spPr>
        <a:xfrm>
          <a:off x="1802712" y="515"/>
          <a:ext cx="2970000" cy="825731"/>
        </a:xfrm>
        <a:prstGeom prst="rect">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a:t>ADAPTER</a:t>
          </a:r>
          <a:endParaRPr lang="en-US" sz="4500" kern="1200" dirty="0"/>
        </a:p>
      </dsp:txBody>
      <dsp:txXfrm>
        <a:off x="1802712" y="515"/>
        <a:ext cx="2970000" cy="825731"/>
      </dsp:txXfrm>
    </dsp:sp>
    <dsp:sp modelId="{0C5A5586-7AA0-4059-AECC-485330A46064}">
      <dsp:nvSpPr>
        <dsp:cNvPr id="0" name=""/>
        <dsp:cNvSpPr/>
      </dsp:nvSpPr>
      <dsp:spPr>
        <a:xfrm>
          <a:off x="2027712" y="867533"/>
          <a:ext cx="2520000" cy="825731"/>
        </a:xfrm>
        <a:prstGeom prst="rect">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BRIDGE</a:t>
          </a:r>
        </a:p>
      </dsp:txBody>
      <dsp:txXfrm>
        <a:off x="2027712" y="867533"/>
        <a:ext cx="2520000" cy="825731"/>
      </dsp:txXfrm>
    </dsp:sp>
    <dsp:sp modelId="{74A87105-EDA2-44CF-AFA1-18E6E799E1E6}">
      <dsp:nvSpPr>
        <dsp:cNvPr id="0" name=""/>
        <dsp:cNvSpPr/>
      </dsp:nvSpPr>
      <dsp:spPr>
        <a:xfrm>
          <a:off x="1397712" y="1734551"/>
          <a:ext cx="3780000" cy="825731"/>
        </a:xfrm>
        <a:prstGeom prst="rect">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COMPOSITE</a:t>
          </a:r>
        </a:p>
      </dsp:txBody>
      <dsp:txXfrm>
        <a:off x="1397712" y="1734551"/>
        <a:ext cx="3780000" cy="825731"/>
      </dsp:txXfrm>
    </dsp:sp>
    <dsp:sp modelId="{2C07C388-6F1C-4F14-82CB-2F1CCCE1A693}">
      <dsp:nvSpPr>
        <dsp:cNvPr id="0" name=""/>
        <dsp:cNvSpPr/>
      </dsp:nvSpPr>
      <dsp:spPr>
        <a:xfrm>
          <a:off x="1307712" y="2601569"/>
          <a:ext cx="3960000" cy="825731"/>
        </a:xfrm>
        <a:prstGeom prst="rect">
          <a:avLst/>
        </a:prstGeom>
        <a:solidFill>
          <a:schemeClr val="accent5">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DECORATOR</a:t>
          </a:r>
        </a:p>
      </dsp:txBody>
      <dsp:txXfrm>
        <a:off x="1307712" y="2601569"/>
        <a:ext cx="3960000" cy="825731"/>
      </dsp:txXfrm>
    </dsp:sp>
    <dsp:sp modelId="{446E51D7-2E6F-4A00-A855-9633993FE70A}">
      <dsp:nvSpPr>
        <dsp:cNvPr id="0" name=""/>
        <dsp:cNvSpPr/>
      </dsp:nvSpPr>
      <dsp:spPr>
        <a:xfrm>
          <a:off x="2005212" y="3468587"/>
          <a:ext cx="2565000" cy="825731"/>
        </a:xfrm>
        <a:prstGeom prst="rect">
          <a:avLst/>
        </a:prstGeom>
        <a:solidFill>
          <a:schemeClr val="accent6">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FACADE</a:t>
          </a:r>
        </a:p>
      </dsp:txBody>
      <dsp:txXfrm>
        <a:off x="2005212" y="3468587"/>
        <a:ext cx="2565000" cy="825731"/>
      </dsp:txXfrm>
    </dsp:sp>
    <dsp:sp modelId="{070D6F80-64E6-4F12-ADCF-CD312E22F6B2}">
      <dsp:nvSpPr>
        <dsp:cNvPr id="0" name=""/>
        <dsp:cNvSpPr/>
      </dsp:nvSpPr>
      <dsp:spPr>
        <a:xfrm>
          <a:off x="1397712" y="4335606"/>
          <a:ext cx="3780000" cy="825731"/>
        </a:xfrm>
        <a:prstGeom prst="rect">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FLYWEIGHT</a:t>
          </a:r>
        </a:p>
      </dsp:txBody>
      <dsp:txXfrm>
        <a:off x="1397712" y="4335606"/>
        <a:ext cx="3780000" cy="825731"/>
      </dsp:txXfrm>
    </dsp:sp>
    <dsp:sp modelId="{CB0427CC-C032-4C0A-B643-8DFF1335B3DE}">
      <dsp:nvSpPr>
        <dsp:cNvPr id="0" name=""/>
        <dsp:cNvSpPr/>
      </dsp:nvSpPr>
      <dsp:spPr>
        <a:xfrm>
          <a:off x="2185212" y="5202624"/>
          <a:ext cx="2205000" cy="825731"/>
        </a:xfrm>
        <a:prstGeom prst="rect">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2000250">
            <a:lnSpc>
              <a:spcPct val="90000"/>
            </a:lnSpc>
            <a:spcBef>
              <a:spcPct val="0"/>
            </a:spcBef>
            <a:spcAft>
              <a:spcPct val="35000"/>
            </a:spcAft>
            <a:buNone/>
          </a:pPr>
          <a:r>
            <a:rPr lang="en-US" sz="4500" b="1" kern="1200" dirty="0"/>
            <a:t>PROXY</a:t>
          </a:r>
        </a:p>
      </dsp:txBody>
      <dsp:txXfrm>
        <a:off x="2185212" y="5202624"/>
        <a:ext cx="2205000" cy="8257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02777-CEBA-4D62-B6EA-BE169CE5F0BE}">
      <dsp:nvSpPr>
        <dsp:cNvPr id="0" name=""/>
        <dsp:cNvSpPr/>
      </dsp:nvSpPr>
      <dsp:spPr>
        <a:xfrm>
          <a:off x="2366162" y="1472"/>
          <a:ext cx="565789" cy="565789"/>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DE85C1B3-3746-4E97-BE96-5819E3D07DE0}">
      <dsp:nvSpPr>
        <dsp:cNvPr id="0" name=""/>
        <dsp:cNvSpPr/>
      </dsp:nvSpPr>
      <dsp:spPr>
        <a:xfrm>
          <a:off x="2649056" y="1472"/>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ITERATOR</a:t>
          </a:r>
        </a:p>
      </dsp:txBody>
      <dsp:txXfrm>
        <a:off x="2649056" y="1472"/>
        <a:ext cx="3018692" cy="565789"/>
      </dsp:txXfrm>
    </dsp:sp>
    <dsp:sp modelId="{0129B47A-1573-420C-9ABE-30FFA67B359A}">
      <dsp:nvSpPr>
        <dsp:cNvPr id="0" name=""/>
        <dsp:cNvSpPr/>
      </dsp:nvSpPr>
      <dsp:spPr>
        <a:xfrm>
          <a:off x="2366162" y="567261"/>
          <a:ext cx="565789" cy="565789"/>
        </a:xfrm>
        <a:prstGeom prst="ellipse">
          <a:avLst/>
        </a:prstGeom>
        <a:solidFill>
          <a:schemeClr val="accent3">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1C65FC9-2720-451B-9001-4E4805732659}">
      <dsp:nvSpPr>
        <dsp:cNvPr id="0" name=""/>
        <dsp:cNvSpPr/>
      </dsp:nvSpPr>
      <dsp:spPr>
        <a:xfrm>
          <a:off x="2649056" y="567261"/>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OBSERVER</a:t>
          </a:r>
        </a:p>
      </dsp:txBody>
      <dsp:txXfrm>
        <a:off x="2649056" y="567261"/>
        <a:ext cx="3018692" cy="565789"/>
      </dsp:txXfrm>
    </dsp:sp>
    <dsp:sp modelId="{F2D1591D-F946-4240-8638-491BB68F9858}">
      <dsp:nvSpPr>
        <dsp:cNvPr id="0" name=""/>
        <dsp:cNvSpPr/>
      </dsp:nvSpPr>
      <dsp:spPr>
        <a:xfrm>
          <a:off x="2366162" y="1133050"/>
          <a:ext cx="565789" cy="565789"/>
        </a:xfrm>
        <a:prstGeom prst="ellipse">
          <a:avLst/>
        </a:prstGeom>
        <a:solidFill>
          <a:schemeClr val="accent4">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D08E3668-065C-49B1-A0B7-E626D236B95F}">
      <dsp:nvSpPr>
        <dsp:cNvPr id="0" name=""/>
        <dsp:cNvSpPr/>
      </dsp:nvSpPr>
      <dsp:spPr>
        <a:xfrm>
          <a:off x="2649056" y="1133050"/>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STARTGEY</a:t>
          </a:r>
        </a:p>
      </dsp:txBody>
      <dsp:txXfrm>
        <a:off x="2649056" y="1133050"/>
        <a:ext cx="3018692" cy="565789"/>
      </dsp:txXfrm>
    </dsp:sp>
    <dsp:sp modelId="{3B084527-7A1F-4CAE-8977-8D03F64628E4}">
      <dsp:nvSpPr>
        <dsp:cNvPr id="0" name=""/>
        <dsp:cNvSpPr/>
      </dsp:nvSpPr>
      <dsp:spPr>
        <a:xfrm>
          <a:off x="2366162" y="1698840"/>
          <a:ext cx="565789" cy="565789"/>
        </a:xfrm>
        <a:prstGeom prst="ellipse">
          <a:avLst/>
        </a:prstGeom>
        <a:solidFill>
          <a:schemeClr val="accent5">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0E2ED35-2BB2-40C0-BBC1-94B7B060B0AD}">
      <dsp:nvSpPr>
        <dsp:cNvPr id="0" name=""/>
        <dsp:cNvSpPr/>
      </dsp:nvSpPr>
      <dsp:spPr>
        <a:xfrm>
          <a:off x="2649056" y="1698840"/>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COMMAND</a:t>
          </a:r>
        </a:p>
      </dsp:txBody>
      <dsp:txXfrm>
        <a:off x="2649056" y="1698840"/>
        <a:ext cx="3018692" cy="565789"/>
      </dsp:txXfrm>
    </dsp:sp>
    <dsp:sp modelId="{483705A7-94F4-4DFB-B88E-57A68BD40802}">
      <dsp:nvSpPr>
        <dsp:cNvPr id="0" name=""/>
        <dsp:cNvSpPr/>
      </dsp:nvSpPr>
      <dsp:spPr>
        <a:xfrm>
          <a:off x="2366162" y="2264629"/>
          <a:ext cx="565789" cy="565789"/>
        </a:xfrm>
        <a:prstGeom prst="ellipse">
          <a:avLst/>
        </a:prstGeom>
        <a:solidFill>
          <a:schemeClr val="accent6">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62E1491-3968-4E50-BB2B-7FF909C5AA55}">
      <dsp:nvSpPr>
        <dsp:cNvPr id="0" name=""/>
        <dsp:cNvSpPr/>
      </dsp:nvSpPr>
      <dsp:spPr>
        <a:xfrm>
          <a:off x="2649056" y="2264629"/>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STATE</a:t>
          </a:r>
        </a:p>
      </dsp:txBody>
      <dsp:txXfrm>
        <a:off x="2649056" y="2264629"/>
        <a:ext cx="3018692" cy="565789"/>
      </dsp:txXfrm>
    </dsp:sp>
    <dsp:sp modelId="{A43D7636-925C-4780-A513-76F007061B94}">
      <dsp:nvSpPr>
        <dsp:cNvPr id="0" name=""/>
        <dsp:cNvSpPr/>
      </dsp:nvSpPr>
      <dsp:spPr>
        <a:xfrm>
          <a:off x="2366162" y="2830418"/>
          <a:ext cx="565789" cy="565789"/>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78446D2-FACA-48DF-8775-995AC6A7B06A}">
      <dsp:nvSpPr>
        <dsp:cNvPr id="0" name=""/>
        <dsp:cNvSpPr/>
      </dsp:nvSpPr>
      <dsp:spPr>
        <a:xfrm>
          <a:off x="2649056" y="2830418"/>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TEMPLATE METHOD</a:t>
          </a:r>
        </a:p>
      </dsp:txBody>
      <dsp:txXfrm>
        <a:off x="2649056" y="2830418"/>
        <a:ext cx="3018692" cy="565789"/>
      </dsp:txXfrm>
    </dsp:sp>
    <dsp:sp modelId="{30D65E05-968A-493A-AE61-492CE7590634}">
      <dsp:nvSpPr>
        <dsp:cNvPr id="0" name=""/>
        <dsp:cNvSpPr/>
      </dsp:nvSpPr>
      <dsp:spPr>
        <a:xfrm>
          <a:off x="2366162" y="3396208"/>
          <a:ext cx="565789" cy="565789"/>
        </a:xfrm>
        <a:prstGeom prst="ellipse">
          <a:avLst/>
        </a:prstGeom>
        <a:solidFill>
          <a:schemeClr val="accent3">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330D61A-180B-41E1-BCF4-9179AF7AA7DD}">
      <dsp:nvSpPr>
        <dsp:cNvPr id="0" name=""/>
        <dsp:cNvSpPr/>
      </dsp:nvSpPr>
      <dsp:spPr>
        <a:xfrm>
          <a:off x="2649056" y="3396208"/>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VISITOR</a:t>
          </a:r>
        </a:p>
      </dsp:txBody>
      <dsp:txXfrm>
        <a:off x="2649056" y="3396208"/>
        <a:ext cx="3018692" cy="565789"/>
      </dsp:txXfrm>
    </dsp:sp>
    <dsp:sp modelId="{EEB870DA-1E82-4B07-B67C-373E97802908}">
      <dsp:nvSpPr>
        <dsp:cNvPr id="0" name=""/>
        <dsp:cNvSpPr/>
      </dsp:nvSpPr>
      <dsp:spPr>
        <a:xfrm>
          <a:off x="2366162" y="3961997"/>
          <a:ext cx="565789" cy="565789"/>
        </a:xfrm>
        <a:prstGeom prst="ellipse">
          <a:avLst/>
        </a:prstGeom>
        <a:solidFill>
          <a:schemeClr val="accent4">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F5AA77E-97F5-4E0C-AF1D-BC1BE4F77E62}">
      <dsp:nvSpPr>
        <dsp:cNvPr id="0" name=""/>
        <dsp:cNvSpPr/>
      </dsp:nvSpPr>
      <dsp:spPr>
        <a:xfrm>
          <a:off x="2649056" y="3961997"/>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a:t>MEDIATOR</a:t>
          </a:r>
          <a:endParaRPr lang="en-US" sz="2200" b="1" kern="1200" dirty="0"/>
        </a:p>
      </dsp:txBody>
      <dsp:txXfrm>
        <a:off x="2649056" y="3961997"/>
        <a:ext cx="3018692" cy="565789"/>
      </dsp:txXfrm>
    </dsp:sp>
    <dsp:sp modelId="{1BCC79AE-31A9-44C8-BA2C-5572EFF4477A}">
      <dsp:nvSpPr>
        <dsp:cNvPr id="0" name=""/>
        <dsp:cNvSpPr/>
      </dsp:nvSpPr>
      <dsp:spPr>
        <a:xfrm>
          <a:off x="2366162" y="4527786"/>
          <a:ext cx="565789" cy="565789"/>
        </a:xfrm>
        <a:prstGeom prst="ellipse">
          <a:avLst/>
        </a:prstGeom>
        <a:solidFill>
          <a:schemeClr val="accent5">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EBB32EB-2028-4D3A-AB1A-9C53E3391E01}">
      <dsp:nvSpPr>
        <dsp:cNvPr id="0" name=""/>
        <dsp:cNvSpPr/>
      </dsp:nvSpPr>
      <dsp:spPr>
        <a:xfrm>
          <a:off x="2649056" y="4527786"/>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7940" rIns="0" bIns="27940" numCol="1" spcCol="1270" anchor="ctr" anchorCtr="0">
          <a:noAutofit/>
        </a:bodyPr>
        <a:lstStyle/>
        <a:p>
          <a:pPr marL="0" lvl="0" indent="0" algn="l" defTabSz="977900">
            <a:lnSpc>
              <a:spcPct val="90000"/>
            </a:lnSpc>
            <a:spcBef>
              <a:spcPct val="0"/>
            </a:spcBef>
            <a:spcAft>
              <a:spcPct val="35000"/>
            </a:spcAft>
            <a:buNone/>
          </a:pPr>
          <a:r>
            <a:rPr lang="en-US" sz="2200" b="1" kern="1200"/>
            <a:t>MEMENTO</a:t>
          </a:r>
          <a:endParaRPr lang="en-US" sz="2200" b="1" kern="1200" dirty="0"/>
        </a:p>
      </dsp:txBody>
      <dsp:txXfrm>
        <a:off x="2649056" y="4527786"/>
        <a:ext cx="3018692" cy="565789"/>
      </dsp:txXfrm>
    </dsp:sp>
    <dsp:sp modelId="{5B8BFD1F-0091-48DC-A643-3C3ED34FE6FD}">
      <dsp:nvSpPr>
        <dsp:cNvPr id="0" name=""/>
        <dsp:cNvSpPr/>
      </dsp:nvSpPr>
      <dsp:spPr>
        <a:xfrm>
          <a:off x="2338779" y="5125780"/>
          <a:ext cx="565789" cy="565789"/>
        </a:xfrm>
        <a:prstGeom prst="ellipse">
          <a:avLst/>
        </a:prstGeom>
        <a:solidFill>
          <a:schemeClr val="accent6">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A05C65DB-7A37-4D82-8AF8-3792D12AAD5A}">
      <dsp:nvSpPr>
        <dsp:cNvPr id="0" name=""/>
        <dsp:cNvSpPr/>
      </dsp:nvSpPr>
      <dsp:spPr>
        <a:xfrm>
          <a:off x="2656411" y="5087159"/>
          <a:ext cx="4640183"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0" bIns="30480" numCol="1" spcCol="1270" anchor="ctr" anchorCtr="0">
          <a:noAutofit/>
        </a:bodyPr>
        <a:lstStyle/>
        <a:p>
          <a:pPr marL="0" lvl="0" indent="0" algn="l" defTabSz="1066800">
            <a:lnSpc>
              <a:spcPct val="90000"/>
            </a:lnSpc>
            <a:spcBef>
              <a:spcPct val="0"/>
            </a:spcBef>
            <a:spcAft>
              <a:spcPct val="35000"/>
            </a:spcAft>
            <a:buNone/>
          </a:pPr>
          <a:r>
            <a:rPr lang="en-US" sz="2400" b="1" kern="1200" dirty="0"/>
            <a:t>CHAIN OF RESPONSIBILITY</a:t>
          </a:r>
        </a:p>
      </dsp:txBody>
      <dsp:txXfrm>
        <a:off x="2656411" y="5087159"/>
        <a:ext cx="4640183" cy="565789"/>
      </dsp:txXfrm>
    </dsp:sp>
    <dsp:sp modelId="{623C45B4-AF01-4FFB-96CC-66B081A8C235}">
      <dsp:nvSpPr>
        <dsp:cNvPr id="0" name=""/>
        <dsp:cNvSpPr/>
      </dsp:nvSpPr>
      <dsp:spPr>
        <a:xfrm>
          <a:off x="2366162" y="5659365"/>
          <a:ext cx="565789" cy="565789"/>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46FDB07-8889-45BC-BAB1-A15AE9FCBD69}">
      <dsp:nvSpPr>
        <dsp:cNvPr id="0" name=""/>
        <dsp:cNvSpPr/>
      </dsp:nvSpPr>
      <dsp:spPr>
        <a:xfrm>
          <a:off x="2649056" y="5659365"/>
          <a:ext cx="3018692" cy="565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0" bIns="30480" numCol="1" spcCol="1270" anchor="ctr" anchorCtr="0">
          <a:noAutofit/>
        </a:bodyPr>
        <a:lstStyle/>
        <a:p>
          <a:pPr marL="0" lvl="0" indent="0" algn="l" defTabSz="1066800">
            <a:lnSpc>
              <a:spcPct val="90000"/>
            </a:lnSpc>
            <a:spcBef>
              <a:spcPct val="0"/>
            </a:spcBef>
            <a:spcAft>
              <a:spcPct val="35000"/>
            </a:spcAft>
            <a:buNone/>
          </a:pPr>
          <a:r>
            <a:rPr lang="en-US" sz="2400" b="1" kern="1200"/>
            <a:t>INTERPRETER</a:t>
          </a:r>
          <a:endParaRPr lang="en-US" sz="2400" b="1" kern="1200" dirty="0"/>
        </a:p>
      </dsp:txBody>
      <dsp:txXfrm>
        <a:off x="2649056" y="5659365"/>
        <a:ext cx="3018692" cy="565789"/>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1CF908-B9F8-4D75-9563-AB61F9135D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DEC0F2-C9ED-4E40-9090-1AABA509E0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B24071-69B2-40A7-B3EA-674584CE017F}" type="datetimeFigureOut">
              <a:rPr lang="en-US" smtClean="0"/>
              <a:t>08/20/2026</a:t>
            </a:fld>
            <a:endParaRPr lang="en-US" dirty="0"/>
          </a:p>
        </p:txBody>
      </p:sp>
      <p:sp>
        <p:nvSpPr>
          <p:cNvPr id="4" name="Footer Placeholder 3">
            <a:extLst>
              <a:ext uri="{FF2B5EF4-FFF2-40B4-BE49-F238E27FC236}">
                <a16:creationId xmlns:a16="http://schemas.microsoft.com/office/drawing/2014/main" id="{E2343BCB-1A9C-419E-A510-1B43D44FD1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2ECDCF-FA4F-4A45-8FAD-9C923EE306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DA0F0C-BE24-43A8-A6ED-60EC67C28C43}" type="slidenum">
              <a:rPr lang="en-US" smtClean="0"/>
              <a:t>‹#›</a:t>
            </a:fld>
            <a:endParaRPr lang="en-US" dirty="0"/>
          </a:p>
        </p:txBody>
      </p:sp>
    </p:spTree>
    <p:extLst>
      <p:ext uri="{BB962C8B-B14F-4D97-AF65-F5344CB8AC3E}">
        <p14:creationId xmlns:p14="http://schemas.microsoft.com/office/powerpoint/2010/main" val="979089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6B909-20DD-493C-AC6E-6A09AF3AE40E}" type="datetimeFigureOut">
              <a:rPr lang="en-US" smtClean="0"/>
              <a:t>08/20/2026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A3186-490C-4963-9CE5-58096C2F0BE5}" type="slidenum">
              <a:rPr lang="en-US" smtClean="0"/>
              <a:t>‹#›</a:t>
            </a:fld>
            <a:endParaRPr lang="en-US" dirty="0"/>
          </a:p>
        </p:txBody>
      </p:sp>
    </p:spTree>
    <p:extLst>
      <p:ext uri="{BB962C8B-B14F-4D97-AF65-F5344CB8AC3E}">
        <p14:creationId xmlns:p14="http://schemas.microsoft.com/office/powerpoint/2010/main" val="97206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BA3186-490C-4963-9CE5-58096C2F0BE5}" type="slidenum">
              <a:rPr lang="en-US" smtClean="0"/>
              <a:t>1</a:t>
            </a:fld>
            <a:endParaRPr lang="en-US" dirty="0"/>
          </a:p>
        </p:txBody>
      </p:sp>
    </p:spTree>
    <p:extLst>
      <p:ext uri="{BB962C8B-B14F-4D97-AF65-F5344CB8AC3E}">
        <p14:creationId xmlns:p14="http://schemas.microsoft.com/office/powerpoint/2010/main" val="2767789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BA3186-490C-4963-9CE5-58096C2F0BE5}" type="slidenum">
              <a:rPr lang="en-US" smtClean="0"/>
              <a:t>3</a:t>
            </a:fld>
            <a:endParaRPr lang="en-US" dirty="0"/>
          </a:p>
        </p:txBody>
      </p:sp>
    </p:spTree>
    <p:extLst>
      <p:ext uri="{BB962C8B-B14F-4D97-AF65-F5344CB8AC3E}">
        <p14:creationId xmlns:p14="http://schemas.microsoft.com/office/powerpoint/2010/main" val="1014233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AABC-4F97-F249-55F6-5954D7180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5C6B5-AAC3-9A7B-80EB-45681BBC0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12F90-33B9-2FD0-287B-6D23935B0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0B9EFA-B27A-B5A0-F8E1-697F3F3282F8}"/>
              </a:ext>
            </a:extLst>
          </p:cNvPr>
          <p:cNvSpPr>
            <a:spLocks noGrp="1"/>
          </p:cNvSpPr>
          <p:nvPr>
            <p:ph type="sldNum" sz="quarter" idx="5"/>
          </p:nvPr>
        </p:nvSpPr>
        <p:spPr/>
        <p:txBody>
          <a:bodyPr/>
          <a:lstStyle/>
          <a:p>
            <a:fld id="{F6BA3186-490C-4963-9CE5-58096C2F0BE5}" type="slidenum">
              <a:rPr lang="en-US" smtClean="0"/>
              <a:t>4</a:t>
            </a:fld>
            <a:endParaRPr lang="en-US" dirty="0"/>
          </a:p>
        </p:txBody>
      </p:sp>
    </p:spTree>
    <p:extLst>
      <p:ext uri="{BB962C8B-B14F-4D97-AF65-F5344CB8AC3E}">
        <p14:creationId xmlns:p14="http://schemas.microsoft.com/office/powerpoint/2010/main" val="48240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16492-7151-35EB-A45C-AAEE520DF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9F86D-8DF6-A12A-00E8-50B4D679F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1F4E-7EF1-13A4-6C02-29C9C85536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5A8EB-BC22-22DD-0BDC-625DD94F4980}"/>
              </a:ext>
            </a:extLst>
          </p:cNvPr>
          <p:cNvSpPr>
            <a:spLocks noGrp="1"/>
          </p:cNvSpPr>
          <p:nvPr>
            <p:ph type="sldNum" sz="quarter" idx="5"/>
          </p:nvPr>
        </p:nvSpPr>
        <p:spPr/>
        <p:txBody>
          <a:bodyPr/>
          <a:lstStyle/>
          <a:p>
            <a:fld id="{F6BA3186-490C-4963-9CE5-58096C2F0BE5}" type="slidenum">
              <a:rPr lang="en-US" smtClean="0"/>
              <a:t>5</a:t>
            </a:fld>
            <a:endParaRPr lang="en-US" dirty="0"/>
          </a:p>
        </p:txBody>
      </p:sp>
    </p:spTree>
    <p:extLst>
      <p:ext uri="{BB962C8B-B14F-4D97-AF65-F5344CB8AC3E}">
        <p14:creationId xmlns:p14="http://schemas.microsoft.com/office/powerpoint/2010/main" val="2702221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6A53-76F2-0611-5C5C-B73C4E395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EEBB8-8C56-2BBF-A933-D4BFE48AE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AF71C-D06A-2CED-EAD5-1C4975904B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8BF9C3-464C-0731-E8F3-3A32E379A79D}"/>
              </a:ext>
            </a:extLst>
          </p:cNvPr>
          <p:cNvSpPr>
            <a:spLocks noGrp="1"/>
          </p:cNvSpPr>
          <p:nvPr>
            <p:ph type="sldNum" sz="quarter" idx="5"/>
          </p:nvPr>
        </p:nvSpPr>
        <p:spPr/>
        <p:txBody>
          <a:bodyPr/>
          <a:lstStyle/>
          <a:p>
            <a:fld id="{F6BA3186-490C-4963-9CE5-58096C2F0BE5}" type="slidenum">
              <a:rPr lang="en-US" smtClean="0"/>
              <a:t>6</a:t>
            </a:fld>
            <a:endParaRPr lang="en-US" dirty="0"/>
          </a:p>
        </p:txBody>
      </p:sp>
    </p:spTree>
    <p:extLst>
      <p:ext uri="{BB962C8B-B14F-4D97-AF65-F5344CB8AC3E}">
        <p14:creationId xmlns:p14="http://schemas.microsoft.com/office/powerpoint/2010/main" val="744284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BA3186-490C-4963-9CE5-58096C2F0BE5}" type="slidenum">
              <a:rPr lang="en-US" smtClean="0"/>
              <a:t>7</a:t>
            </a:fld>
            <a:endParaRPr lang="en-US" dirty="0"/>
          </a:p>
        </p:txBody>
      </p:sp>
    </p:spTree>
    <p:extLst>
      <p:ext uri="{BB962C8B-B14F-4D97-AF65-F5344CB8AC3E}">
        <p14:creationId xmlns:p14="http://schemas.microsoft.com/office/powerpoint/2010/main" val="3004923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035A5-21A5-E014-14B6-8AE5F4F7E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131C2-9908-92B0-2EAB-0C485DCC75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7DDB9-8220-B3E7-7BF5-DAFD3371D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C3D8C-75BB-5ED2-2379-FA64873B21E4}"/>
              </a:ext>
            </a:extLst>
          </p:cNvPr>
          <p:cNvSpPr>
            <a:spLocks noGrp="1"/>
          </p:cNvSpPr>
          <p:nvPr>
            <p:ph type="sldNum" sz="quarter" idx="5"/>
          </p:nvPr>
        </p:nvSpPr>
        <p:spPr/>
        <p:txBody>
          <a:bodyPr/>
          <a:lstStyle/>
          <a:p>
            <a:fld id="{F6BA3186-490C-4963-9CE5-58096C2F0BE5}" type="slidenum">
              <a:rPr lang="en-US" smtClean="0"/>
              <a:t>8</a:t>
            </a:fld>
            <a:endParaRPr lang="en-US" dirty="0"/>
          </a:p>
        </p:txBody>
      </p:sp>
    </p:spTree>
    <p:extLst>
      <p:ext uri="{BB962C8B-B14F-4D97-AF65-F5344CB8AC3E}">
        <p14:creationId xmlns:p14="http://schemas.microsoft.com/office/powerpoint/2010/main" val="812719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90D14-DE66-19E7-27FC-6377210AD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06F98-F987-66AA-AACD-EB9A6F75F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234F4-EEDA-99DC-DC03-3173E1F9F6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4CFE2E-8F67-662F-827F-40DB9688E00F}"/>
              </a:ext>
            </a:extLst>
          </p:cNvPr>
          <p:cNvSpPr>
            <a:spLocks noGrp="1"/>
          </p:cNvSpPr>
          <p:nvPr>
            <p:ph type="sldNum" sz="quarter" idx="5"/>
          </p:nvPr>
        </p:nvSpPr>
        <p:spPr/>
        <p:txBody>
          <a:bodyPr/>
          <a:lstStyle/>
          <a:p>
            <a:fld id="{F6BA3186-490C-4963-9CE5-58096C2F0BE5}" type="slidenum">
              <a:rPr lang="en-US" smtClean="0"/>
              <a:t>10</a:t>
            </a:fld>
            <a:endParaRPr lang="en-US" dirty="0"/>
          </a:p>
        </p:txBody>
      </p:sp>
    </p:spTree>
    <p:extLst>
      <p:ext uri="{BB962C8B-B14F-4D97-AF65-F5344CB8AC3E}">
        <p14:creationId xmlns:p14="http://schemas.microsoft.com/office/powerpoint/2010/main" val="2344883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7E0C4-E3AD-545A-441C-864A09543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7FA56-2EE1-75F5-DC79-4DF96ED88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69549-6157-575B-EF74-1830BC41CA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526012-F393-5A6B-E38A-34079224B135}"/>
              </a:ext>
            </a:extLst>
          </p:cNvPr>
          <p:cNvSpPr>
            <a:spLocks noGrp="1"/>
          </p:cNvSpPr>
          <p:nvPr>
            <p:ph type="sldNum" sz="quarter" idx="5"/>
          </p:nvPr>
        </p:nvSpPr>
        <p:spPr/>
        <p:txBody>
          <a:bodyPr/>
          <a:lstStyle/>
          <a:p>
            <a:fld id="{F6BA3186-490C-4963-9CE5-58096C2F0BE5}" type="slidenum">
              <a:rPr lang="en-US" smtClean="0"/>
              <a:t>11</a:t>
            </a:fld>
            <a:endParaRPr lang="en-US" dirty="0"/>
          </a:p>
        </p:txBody>
      </p:sp>
    </p:spTree>
    <p:extLst>
      <p:ext uri="{BB962C8B-B14F-4D97-AF65-F5344CB8AC3E}">
        <p14:creationId xmlns:p14="http://schemas.microsoft.com/office/powerpoint/2010/main" val="1571375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CB9FF-E40C-52A6-DC49-5F44D2C73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A742B-C371-1C31-64AB-277E445E8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E07F1-48AD-EA3E-B80A-8DDC17BA85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74784A-2EC5-8422-D16F-A8CE342DDBDE}"/>
              </a:ext>
            </a:extLst>
          </p:cNvPr>
          <p:cNvSpPr>
            <a:spLocks noGrp="1"/>
          </p:cNvSpPr>
          <p:nvPr>
            <p:ph type="sldNum" sz="quarter" idx="5"/>
          </p:nvPr>
        </p:nvSpPr>
        <p:spPr/>
        <p:txBody>
          <a:bodyPr/>
          <a:lstStyle/>
          <a:p>
            <a:fld id="{F6BA3186-490C-4963-9CE5-58096C2F0BE5}" type="slidenum">
              <a:rPr lang="en-US" smtClean="0"/>
              <a:t>12</a:t>
            </a:fld>
            <a:endParaRPr lang="en-US" dirty="0"/>
          </a:p>
        </p:txBody>
      </p:sp>
    </p:spTree>
    <p:extLst>
      <p:ext uri="{BB962C8B-B14F-4D97-AF65-F5344CB8AC3E}">
        <p14:creationId xmlns:p14="http://schemas.microsoft.com/office/powerpoint/2010/main" val="1399570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503C-96F9-6930-05C5-247513A11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1E962-E39A-1331-B214-AD85D2D4D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A11FA-0CD3-84A2-9D3A-2158704D8A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702BCC-EA2D-15BF-9E9F-266FE8BEC37D}"/>
              </a:ext>
            </a:extLst>
          </p:cNvPr>
          <p:cNvSpPr>
            <a:spLocks noGrp="1"/>
          </p:cNvSpPr>
          <p:nvPr>
            <p:ph type="sldNum" sz="quarter" idx="5"/>
          </p:nvPr>
        </p:nvSpPr>
        <p:spPr/>
        <p:txBody>
          <a:bodyPr/>
          <a:lstStyle/>
          <a:p>
            <a:fld id="{F6BA3186-490C-4963-9CE5-58096C2F0BE5}" type="slidenum">
              <a:rPr lang="en-US" smtClean="0"/>
              <a:t>13</a:t>
            </a:fld>
            <a:endParaRPr lang="en-US" dirty="0"/>
          </a:p>
        </p:txBody>
      </p:sp>
    </p:spTree>
    <p:extLst>
      <p:ext uri="{BB962C8B-B14F-4D97-AF65-F5344CB8AC3E}">
        <p14:creationId xmlns:p14="http://schemas.microsoft.com/office/powerpoint/2010/main" val="134968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A67F9-0DC0-A342-FFAD-9D4ED678B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A19F2-FE86-1BC4-E94E-9DD8C7358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473CE-48D5-8EF4-2101-4402613866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629473-C36B-CDA3-44DE-BC669C34A1F4}"/>
              </a:ext>
            </a:extLst>
          </p:cNvPr>
          <p:cNvSpPr>
            <a:spLocks noGrp="1"/>
          </p:cNvSpPr>
          <p:nvPr>
            <p:ph type="sldNum" sz="quarter" idx="5"/>
          </p:nvPr>
        </p:nvSpPr>
        <p:spPr/>
        <p:txBody>
          <a:bodyPr/>
          <a:lstStyle/>
          <a:p>
            <a:fld id="{F6BA3186-490C-4963-9CE5-58096C2F0BE5}" type="slidenum">
              <a:rPr lang="en-US" smtClean="0"/>
              <a:t>14</a:t>
            </a:fld>
            <a:endParaRPr lang="en-US" dirty="0"/>
          </a:p>
        </p:txBody>
      </p:sp>
    </p:spTree>
    <p:extLst>
      <p:ext uri="{BB962C8B-B14F-4D97-AF65-F5344CB8AC3E}">
        <p14:creationId xmlns:p14="http://schemas.microsoft.com/office/powerpoint/2010/main" val="1473569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3E200-514A-128C-ABBB-96FE66C8D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99B42-1E13-200D-8705-DE3FF1281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ADF16-D3EB-E8E6-EA3C-2A90556844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6546F-ABF8-1D8C-D9B0-05A87C73DA52}"/>
              </a:ext>
            </a:extLst>
          </p:cNvPr>
          <p:cNvSpPr>
            <a:spLocks noGrp="1"/>
          </p:cNvSpPr>
          <p:nvPr>
            <p:ph type="sldNum" sz="quarter" idx="5"/>
          </p:nvPr>
        </p:nvSpPr>
        <p:spPr/>
        <p:txBody>
          <a:bodyPr/>
          <a:lstStyle/>
          <a:p>
            <a:fld id="{F6BA3186-490C-4963-9CE5-58096C2F0BE5}" type="slidenum">
              <a:rPr lang="en-US" smtClean="0"/>
              <a:t>15</a:t>
            </a:fld>
            <a:endParaRPr lang="en-US" dirty="0"/>
          </a:p>
        </p:txBody>
      </p:sp>
    </p:spTree>
    <p:extLst>
      <p:ext uri="{BB962C8B-B14F-4D97-AF65-F5344CB8AC3E}">
        <p14:creationId xmlns:p14="http://schemas.microsoft.com/office/powerpoint/2010/main" val="1948241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38740-EB9D-71D3-F110-FF2E87317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2F009-0019-3296-B41B-D95C2F950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26496-27CA-D3AC-BF7E-E60F62703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160D3-EAFF-598E-E1F4-D7F6FEEAC7D7}"/>
              </a:ext>
            </a:extLst>
          </p:cNvPr>
          <p:cNvSpPr>
            <a:spLocks noGrp="1"/>
          </p:cNvSpPr>
          <p:nvPr>
            <p:ph type="sldNum" sz="quarter" idx="5"/>
          </p:nvPr>
        </p:nvSpPr>
        <p:spPr/>
        <p:txBody>
          <a:bodyPr/>
          <a:lstStyle/>
          <a:p>
            <a:fld id="{F6BA3186-490C-4963-9CE5-58096C2F0BE5}" type="slidenum">
              <a:rPr lang="en-US" smtClean="0"/>
              <a:t>17</a:t>
            </a:fld>
            <a:endParaRPr lang="en-US" dirty="0"/>
          </a:p>
        </p:txBody>
      </p:sp>
    </p:spTree>
    <p:extLst>
      <p:ext uri="{BB962C8B-B14F-4D97-AF65-F5344CB8AC3E}">
        <p14:creationId xmlns:p14="http://schemas.microsoft.com/office/powerpoint/2010/main" val="120857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9A41-5A34-B263-98D1-91B047568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D9639-B741-6DCC-7DBD-C9C5D3DD0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95CB6-1974-1FC2-E5D6-733FA9D39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6CD136-6C47-C642-9CF3-12DBB259602A}"/>
              </a:ext>
            </a:extLst>
          </p:cNvPr>
          <p:cNvSpPr>
            <a:spLocks noGrp="1"/>
          </p:cNvSpPr>
          <p:nvPr>
            <p:ph type="sldNum" sz="quarter" idx="5"/>
          </p:nvPr>
        </p:nvSpPr>
        <p:spPr/>
        <p:txBody>
          <a:bodyPr/>
          <a:lstStyle/>
          <a:p>
            <a:fld id="{F6BA3186-490C-4963-9CE5-58096C2F0BE5}" type="slidenum">
              <a:rPr lang="en-US" smtClean="0"/>
              <a:t>18</a:t>
            </a:fld>
            <a:endParaRPr lang="en-US" dirty="0"/>
          </a:p>
        </p:txBody>
      </p:sp>
    </p:spTree>
    <p:extLst>
      <p:ext uri="{BB962C8B-B14F-4D97-AF65-F5344CB8AC3E}">
        <p14:creationId xmlns:p14="http://schemas.microsoft.com/office/powerpoint/2010/main" val="4063934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79A28-04CF-4F6B-05EE-8CDF3B7B1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3492E-77A7-00D7-2FE4-1AC43DBFD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97157-43B4-E7C1-0293-1AED064CD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55AFEB-F5B8-39C4-4485-4FDF909B3064}"/>
              </a:ext>
            </a:extLst>
          </p:cNvPr>
          <p:cNvSpPr>
            <a:spLocks noGrp="1"/>
          </p:cNvSpPr>
          <p:nvPr>
            <p:ph type="sldNum" sz="quarter" idx="5"/>
          </p:nvPr>
        </p:nvSpPr>
        <p:spPr/>
        <p:txBody>
          <a:bodyPr/>
          <a:lstStyle/>
          <a:p>
            <a:fld id="{F6BA3186-490C-4963-9CE5-58096C2F0BE5}" type="slidenum">
              <a:rPr lang="en-US" smtClean="0"/>
              <a:t>19</a:t>
            </a:fld>
            <a:endParaRPr lang="en-US" dirty="0"/>
          </a:p>
        </p:txBody>
      </p:sp>
    </p:spTree>
    <p:extLst>
      <p:ext uri="{BB962C8B-B14F-4D97-AF65-F5344CB8AC3E}">
        <p14:creationId xmlns:p14="http://schemas.microsoft.com/office/powerpoint/2010/main" val="1365621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BDFE1-5D58-0335-093E-7391E4EF4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7BF15-976B-26C5-24D1-E6DD4CD55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3E879A-CA3C-2E66-B98F-A6746E74BC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97A478-7E86-9AEE-A239-9E394E360A3C}"/>
              </a:ext>
            </a:extLst>
          </p:cNvPr>
          <p:cNvSpPr>
            <a:spLocks noGrp="1"/>
          </p:cNvSpPr>
          <p:nvPr>
            <p:ph type="sldNum" sz="quarter" idx="5"/>
          </p:nvPr>
        </p:nvSpPr>
        <p:spPr/>
        <p:txBody>
          <a:bodyPr/>
          <a:lstStyle/>
          <a:p>
            <a:fld id="{F6BA3186-490C-4963-9CE5-58096C2F0BE5}" type="slidenum">
              <a:rPr lang="en-US" smtClean="0"/>
              <a:t>20</a:t>
            </a:fld>
            <a:endParaRPr lang="en-US" dirty="0"/>
          </a:p>
        </p:txBody>
      </p:sp>
    </p:spTree>
    <p:extLst>
      <p:ext uri="{BB962C8B-B14F-4D97-AF65-F5344CB8AC3E}">
        <p14:creationId xmlns:p14="http://schemas.microsoft.com/office/powerpoint/2010/main" val="4038114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971B-23D6-711C-8F51-0B8ACE3455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9A8E3-31E9-984B-18DA-5868CDFE1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EB7F1-2194-1D92-5574-47547D1229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1AF5EE-A55F-2414-A106-C141228B07CB}"/>
              </a:ext>
            </a:extLst>
          </p:cNvPr>
          <p:cNvSpPr>
            <a:spLocks noGrp="1"/>
          </p:cNvSpPr>
          <p:nvPr>
            <p:ph type="sldNum" sz="quarter" idx="5"/>
          </p:nvPr>
        </p:nvSpPr>
        <p:spPr/>
        <p:txBody>
          <a:bodyPr/>
          <a:lstStyle/>
          <a:p>
            <a:fld id="{F6BA3186-490C-4963-9CE5-58096C2F0BE5}" type="slidenum">
              <a:rPr lang="en-US" smtClean="0"/>
              <a:t>21</a:t>
            </a:fld>
            <a:endParaRPr lang="en-US" dirty="0"/>
          </a:p>
        </p:txBody>
      </p:sp>
    </p:spTree>
    <p:extLst>
      <p:ext uri="{BB962C8B-B14F-4D97-AF65-F5344CB8AC3E}">
        <p14:creationId xmlns:p14="http://schemas.microsoft.com/office/powerpoint/2010/main" val="1896480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1C2D-A5E5-B55D-4404-1BCABBF28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F7294-FF13-19A0-67D7-B1FB19B95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B86FC-6402-0855-88A5-D00893A796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9014A0-D4D8-37F7-842B-9606DD3B1D6F}"/>
              </a:ext>
            </a:extLst>
          </p:cNvPr>
          <p:cNvSpPr>
            <a:spLocks noGrp="1"/>
          </p:cNvSpPr>
          <p:nvPr>
            <p:ph type="sldNum" sz="quarter" idx="5"/>
          </p:nvPr>
        </p:nvSpPr>
        <p:spPr/>
        <p:txBody>
          <a:bodyPr/>
          <a:lstStyle/>
          <a:p>
            <a:fld id="{F6BA3186-490C-4963-9CE5-58096C2F0BE5}" type="slidenum">
              <a:rPr lang="en-US" smtClean="0"/>
              <a:t>22</a:t>
            </a:fld>
            <a:endParaRPr lang="en-US" dirty="0"/>
          </a:p>
        </p:txBody>
      </p:sp>
    </p:spTree>
    <p:extLst>
      <p:ext uri="{BB962C8B-B14F-4D97-AF65-F5344CB8AC3E}">
        <p14:creationId xmlns:p14="http://schemas.microsoft.com/office/powerpoint/2010/main" val="703805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BE1E-EAC9-6237-C416-715EE177F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4BE34-F264-2F15-9ED5-AE7936476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E3B5A-BC8D-77DA-4ABA-2D2067698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E4B04D-7D8A-9399-BA09-55E9326017C3}"/>
              </a:ext>
            </a:extLst>
          </p:cNvPr>
          <p:cNvSpPr>
            <a:spLocks noGrp="1"/>
          </p:cNvSpPr>
          <p:nvPr>
            <p:ph type="sldNum" sz="quarter" idx="5"/>
          </p:nvPr>
        </p:nvSpPr>
        <p:spPr/>
        <p:txBody>
          <a:bodyPr/>
          <a:lstStyle/>
          <a:p>
            <a:fld id="{F6BA3186-490C-4963-9CE5-58096C2F0BE5}" type="slidenum">
              <a:rPr lang="en-US" smtClean="0"/>
              <a:t>23</a:t>
            </a:fld>
            <a:endParaRPr lang="en-US" dirty="0"/>
          </a:p>
        </p:txBody>
      </p:sp>
    </p:spTree>
    <p:extLst>
      <p:ext uri="{BB962C8B-B14F-4D97-AF65-F5344CB8AC3E}">
        <p14:creationId xmlns:p14="http://schemas.microsoft.com/office/powerpoint/2010/main" val="341488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8C0D-E845-6ABB-AE75-CAE4924D4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0B3EE-4C4B-7C93-5B19-FFE0C07D9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97B78-DBED-7C17-061A-6FF9F7C238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7DD09-B2AD-F082-1837-1E57B2EC174A}"/>
              </a:ext>
            </a:extLst>
          </p:cNvPr>
          <p:cNvSpPr>
            <a:spLocks noGrp="1"/>
          </p:cNvSpPr>
          <p:nvPr>
            <p:ph type="sldNum" sz="quarter" idx="5"/>
          </p:nvPr>
        </p:nvSpPr>
        <p:spPr/>
        <p:txBody>
          <a:bodyPr/>
          <a:lstStyle/>
          <a:p>
            <a:fld id="{F6BA3186-490C-4963-9CE5-58096C2F0BE5}" type="slidenum">
              <a:rPr lang="en-US" smtClean="0"/>
              <a:t>24</a:t>
            </a:fld>
            <a:endParaRPr lang="en-US" dirty="0"/>
          </a:p>
        </p:txBody>
      </p:sp>
    </p:spTree>
    <p:extLst>
      <p:ext uri="{BB962C8B-B14F-4D97-AF65-F5344CB8AC3E}">
        <p14:creationId xmlns:p14="http://schemas.microsoft.com/office/powerpoint/2010/main" val="2909097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63033-62B1-F229-73F7-E3A788F22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D5E3B-6E12-97DF-9A0E-DE78C3A3D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61B7C-53C9-3AD6-B6FF-710349EF3D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C5BE2A-01E0-9D24-CF4E-94CE4A9D9DD1}"/>
              </a:ext>
            </a:extLst>
          </p:cNvPr>
          <p:cNvSpPr>
            <a:spLocks noGrp="1"/>
          </p:cNvSpPr>
          <p:nvPr>
            <p:ph type="sldNum" sz="quarter" idx="5"/>
          </p:nvPr>
        </p:nvSpPr>
        <p:spPr/>
        <p:txBody>
          <a:bodyPr/>
          <a:lstStyle/>
          <a:p>
            <a:fld id="{F6BA3186-490C-4963-9CE5-58096C2F0BE5}" type="slidenum">
              <a:rPr lang="en-US" smtClean="0"/>
              <a:t>25</a:t>
            </a:fld>
            <a:endParaRPr lang="en-US" dirty="0"/>
          </a:p>
        </p:txBody>
      </p:sp>
    </p:spTree>
    <p:extLst>
      <p:ext uri="{BB962C8B-B14F-4D97-AF65-F5344CB8AC3E}">
        <p14:creationId xmlns:p14="http://schemas.microsoft.com/office/powerpoint/2010/main" val="1379730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0975-B945-DC92-D752-24FD596C8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E4FD5-2577-A203-F4A1-AA1CFAF70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85A0F-A1F2-B0B0-78B5-A63727E93E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931385-4CAE-C830-FD04-9A4BAB4FB0D9}"/>
              </a:ext>
            </a:extLst>
          </p:cNvPr>
          <p:cNvSpPr>
            <a:spLocks noGrp="1"/>
          </p:cNvSpPr>
          <p:nvPr>
            <p:ph type="sldNum" sz="quarter" idx="5"/>
          </p:nvPr>
        </p:nvSpPr>
        <p:spPr/>
        <p:txBody>
          <a:bodyPr/>
          <a:lstStyle/>
          <a:p>
            <a:fld id="{F6BA3186-490C-4963-9CE5-58096C2F0BE5}" type="slidenum">
              <a:rPr lang="en-US" smtClean="0"/>
              <a:t>26</a:t>
            </a:fld>
            <a:endParaRPr lang="en-US" dirty="0"/>
          </a:p>
        </p:txBody>
      </p:sp>
    </p:spTree>
    <p:extLst>
      <p:ext uri="{BB962C8B-B14F-4D97-AF65-F5344CB8AC3E}">
        <p14:creationId xmlns:p14="http://schemas.microsoft.com/office/powerpoint/2010/main" val="41363905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87A3-FDF5-0F9C-2ABB-004C36B50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2356E-1C7B-DE41-E8FA-C9CC34ED2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88FA76-D8C0-0803-2667-30281ECF90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659E81-F772-2940-EE02-B53A0898F5D7}"/>
              </a:ext>
            </a:extLst>
          </p:cNvPr>
          <p:cNvSpPr>
            <a:spLocks noGrp="1"/>
          </p:cNvSpPr>
          <p:nvPr>
            <p:ph type="sldNum" sz="quarter" idx="5"/>
          </p:nvPr>
        </p:nvSpPr>
        <p:spPr/>
        <p:txBody>
          <a:bodyPr/>
          <a:lstStyle/>
          <a:p>
            <a:fld id="{F6BA3186-490C-4963-9CE5-58096C2F0BE5}" type="slidenum">
              <a:rPr lang="en-US" smtClean="0"/>
              <a:t>27</a:t>
            </a:fld>
            <a:endParaRPr lang="en-US" dirty="0"/>
          </a:p>
        </p:txBody>
      </p:sp>
    </p:spTree>
    <p:extLst>
      <p:ext uri="{BB962C8B-B14F-4D97-AF65-F5344CB8AC3E}">
        <p14:creationId xmlns:p14="http://schemas.microsoft.com/office/powerpoint/2010/main" val="782465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EE4AB-E0E6-66CC-9846-771AB911E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6A7CE-FA05-BDC2-9131-9B696E986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96817-6AFD-39D7-97EE-B49576EFD5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A778B-11A8-B161-86EA-2875BC94EE61}"/>
              </a:ext>
            </a:extLst>
          </p:cNvPr>
          <p:cNvSpPr>
            <a:spLocks noGrp="1"/>
          </p:cNvSpPr>
          <p:nvPr>
            <p:ph type="sldNum" sz="quarter" idx="5"/>
          </p:nvPr>
        </p:nvSpPr>
        <p:spPr/>
        <p:txBody>
          <a:bodyPr/>
          <a:lstStyle/>
          <a:p>
            <a:fld id="{F6BA3186-490C-4963-9CE5-58096C2F0BE5}" type="slidenum">
              <a:rPr lang="en-US" smtClean="0"/>
              <a:t>28</a:t>
            </a:fld>
            <a:endParaRPr lang="en-US" dirty="0"/>
          </a:p>
        </p:txBody>
      </p:sp>
    </p:spTree>
    <p:extLst>
      <p:ext uri="{BB962C8B-B14F-4D97-AF65-F5344CB8AC3E}">
        <p14:creationId xmlns:p14="http://schemas.microsoft.com/office/powerpoint/2010/main" val="1522641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D9140-DB6E-4399-4FA3-DFDBD5604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B4726-04C0-9FF0-E530-D3C0606C8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0CF15-6E2F-CE8C-FA6B-CC96C37F7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653B6F-31B3-6649-2659-702DA3A4821C}"/>
              </a:ext>
            </a:extLst>
          </p:cNvPr>
          <p:cNvSpPr>
            <a:spLocks noGrp="1"/>
          </p:cNvSpPr>
          <p:nvPr>
            <p:ph type="sldNum" sz="quarter" idx="5"/>
          </p:nvPr>
        </p:nvSpPr>
        <p:spPr/>
        <p:txBody>
          <a:bodyPr/>
          <a:lstStyle/>
          <a:p>
            <a:fld id="{F6BA3186-490C-4963-9CE5-58096C2F0BE5}" type="slidenum">
              <a:rPr lang="en-US" smtClean="0"/>
              <a:t>29</a:t>
            </a:fld>
            <a:endParaRPr lang="en-US" dirty="0"/>
          </a:p>
        </p:txBody>
      </p:sp>
    </p:spTree>
    <p:extLst>
      <p:ext uri="{BB962C8B-B14F-4D97-AF65-F5344CB8AC3E}">
        <p14:creationId xmlns:p14="http://schemas.microsoft.com/office/powerpoint/2010/main" val="2492008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50F4-AEAF-0966-AF06-3CFB96AE8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B647D-5634-3529-E520-D8AC4BD46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16C03-DDC7-3C8F-4442-331DBB8796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F5A298-4736-52AD-991A-032B57DDB1DA}"/>
              </a:ext>
            </a:extLst>
          </p:cNvPr>
          <p:cNvSpPr>
            <a:spLocks noGrp="1"/>
          </p:cNvSpPr>
          <p:nvPr>
            <p:ph type="sldNum" sz="quarter" idx="5"/>
          </p:nvPr>
        </p:nvSpPr>
        <p:spPr/>
        <p:txBody>
          <a:bodyPr/>
          <a:lstStyle/>
          <a:p>
            <a:fld id="{F6BA3186-490C-4963-9CE5-58096C2F0BE5}" type="slidenum">
              <a:rPr lang="en-US" smtClean="0"/>
              <a:t>30</a:t>
            </a:fld>
            <a:endParaRPr lang="en-US" dirty="0"/>
          </a:p>
        </p:txBody>
      </p:sp>
    </p:spTree>
    <p:extLst>
      <p:ext uri="{BB962C8B-B14F-4D97-AF65-F5344CB8AC3E}">
        <p14:creationId xmlns:p14="http://schemas.microsoft.com/office/powerpoint/2010/main" val="22161903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E885-9808-1B9A-51FF-43704A409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753FB-4FA1-2DA8-95CB-F7B190FA5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6521D-69D5-13C2-42C3-12D77672BB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6F4DC6-03BC-F429-A5E6-64AC7141C17D}"/>
              </a:ext>
            </a:extLst>
          </p:cNvPr>
          <p:cNvSpPr>
            <a:spLocks noGrp="1"/>
          </p:cNvSpPr>
          <p:nvPr>
            <p:ph type="sldNum" sz="quarter" idx="5"/>
          </p:nvPr>
        </p:nvSpPr>
        <p:spPr/>
        <p:txBody>
          <a:bodyPr/>
          <a:lstStyle/>
          <a:p>
            <a:fld id="{F6BA3186-490C-4963-9CE5-58096C2F0BE5}" type="slidenum">
              <a:rPr lang="en-US" smtClean="0"/>
              <a:t>31</a:t>
            </a:fld>
            <a:endParaRPr lang="en-US" dirty="0"/>
          </a:p>
        </p:txBody>
      </p:sp>
    </p:spTree>
    <p:extLst>
      <p:ext uri="{BB962C8B-B14F-4D97-AF65-F5344CB8AC3E}">
        <p14:creationId xmlns:p14="http://schemas.microsoft.com/office/powerpoint/2010/main" val="7262542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DE31F-66BB-F2DA-2FA0-30069686B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AE1CA-D905-FB2C-9DAF-BF93FE45E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9CC73-E274-0304-D367-A9D2BC812D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F0CC8A-547D-6BB7-4D55-9A49E60CEFF9}"/>
              </a:ext>
            </a:extLst>
          </p:cNvPr>
          <p:cNvSpPr>
            <a:spLocks noGrp="1"/>
          </p:cNvSpPr>
          <p:nvPr>
            <p:ph type="sldNum" sz="quarter" idx="5"/>
          </p:nvPr>
        </p:nvSpPr>
        <p:spPr/>
        <p:txBody>
          <a:bodyPr/>
          <a:lstStyle/>
          <a:p>
            <a:fld id="{F6BA3186-490C-4963-9CE5-58096C2F0BE5}" type="slidenum">
              <a:rPr lang="en-US" smtClean="0"/>
              <a:t>32</a:t>
            </a:fld>
            <a:endParaRPr lang="en-US" dirty="0"/>
          </a:p>
        </p:txBody>
      </p:sp>
    </p:spTree>
    <p:extLst>
      <p:ext uri="{BB962C8B-B14F-4D97-AF65-F5344CB8AC3E}">
        <p14:creationId xmlns:p14="http://schemas.microsoft.com/office/powerpoint/2010/main" val="2823087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4699-C4DC-6BBF-E130-828A058F7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F46EC-22A4-A3A3-8A6E-5B339B487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FA8E1-B9F2-DA36-DFEF-DBA1CA7755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3D9C35-3BCA-54ED-8EE8-944D6499D412}"/>
              </a:ext>
            </a:extLst>
          </p:cNvPr>
          <p:cNvSpPr>
            <a:spLocks noGrp="1"/>
          </p:cNvSpPr>
          <p:nvPr>
            <p:ph type="sldNum" sz="quarter" idx="5"/>
          </p:nvPr>
        </p:nvSpPr>
        <p:spPr/>
        <p:txBody>
          <a:bodyPr/>
          <a:lstStyle/>
          <a:p>
            <a:fld id="{F6BA3186-490C-4963-9CE5-58096C2F0BE5}" type="slidenum">
              <a:rPr lang="en-US" smtClean="0"/>
              <a:t>33</a:t>
            </a:fld>
            <a:endParaRPr lang="en-US" dirty="0"/>
          </a:p>
        </p:txBody>
      </p:sp>
    </p:spTree>
    <p:extLst>
      <p:ext uri="{BB962C8B-B14F-4D97-AF65-F5344CB8AC3E}">
        <p14:creationId xmlns:p14="http://schemas.microsoft.com/office/powerpoint/2010/main" val="16426190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1342C-4CD9-8080-E76D-086CB769F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7FCA8-85C6-7234-70B8-26B34552C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0C6DA-7710-4F7A-A78D-B220B682D9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F52E9-C005-B2BC-19E7-0C2227541B31}"/>
              </a:ext>
            </a:extLst>
          </p:cNvPr>
          <p:cNvSpPr>
            <a:spLocks noGrp="1"/>
          </p:cNvSpPr>
          <p:nvPr>
            <p:ph type="sldNum" sz="quarter" idx="5"/>
          </p:nvPr>
        </p:nvSpPr>
        <p:spPr/>
        <p:txBody>
          <a:bodyPr/>
          <a:lstStyle/>
          <a:p>
            <a:fld id="{F6BA3186-490C-4963-9CE5-58096C2F0BE5}" type="slidenum">
              <a:rPr lang="en-US" smtClean="0"/>
              <a:t>34</a:t>
            </a:fld>
            <a:endParaRPr lang="en-US" dirty="0"/>
          </a:p>
        </p:txBody>
      </p:sp>
    </p:spTree>
    <p:extLst>
      <p:ext uri="{BB962C8B-B14F-4D97-AF65-F5344CB8AC3E}">
        <p14:creationId xmlns:p14="http://schemas.microsoft.com/office/powerpoint/2010/main" val="20270894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3499-F01D-D006-CAE0-5AFF37230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3BF41-8EA4-1F87-977E-8D5332399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36A88-7CE2-C748-56D9-8F0ED8011F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4A607F-77AA-71B7-AD03-EF752E344F78}"/>
              </a:ext>
            </a:extLst>
          </p:cNvPr>
          <p:cNvSpPr>
            <a:spLocks noGrp="1"/>
          </p:cNvSpPr>
          <p:nvPr>
            <p:ph type="sldNum" sz="quarter" idx="5"/>
          </p:nvPr>
        </p:nvSpPr>
        <p:spPr/>
        <p:txBody>
          <a:bodyPr/>
          <a:lstStyle/>
          <a:p>
            <a:fld id="{F6BA3186-490C-4963-9CE5-58096C2F0BE5}" type="slidenum">
              <a:rPr lang="en-US" smtClean="0"/>
              <a:t>35</a:t>
            </a:fld>
            <a:endParaRPr lang="en-US" dirty="0"/>
          </a:p>
        </p:txBody>
      </p:sp>
    </p:spTree>
    <p:extLst>
      <p:ext uri="{BB962C8B-B14F-4D97-AF65-F5344CB8AC3E}">
        <p14:creationId xmlns:p14="http://schemas.microsoft.com/office/powerpoint/2010/main" val="8278677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90BA4-FF6F-C1D3-908C-80D96D0D8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1B125-1F81-975C-1BBC-9FA0C91CC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4550F-3097-A0B9-2286-42A0781098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A0B24-5F16-2E9B-D29E-E485475F9FFC}"/>
              </a:ext>
            </a:extLst>
          </p:cNvPr>
          <p:cNvSpPr>
            <a:spLocks noGrp="1"/>
          </p:cNvSpPr>
          <p:nvPr>
            <p:ph type="sldNum" sz="quarter" idx="5"/>
          </p:nvPr>
        </p:nvSpPr>
        <p:spPr/>
        <p:txBody>
          <a:bodyPr/>
          <a:lstStyle/>
          <a:p>
            <a:fld id="{F6BA3186-490C-4963-9CE5-58096C2F0BE5}" type="slidenum">
              <a:rPr lang="en-US" smtClean="0"/>
              <a:t>37</a:t>
            </a:fld>
            <a:endParaRPr lang="en-US" dirty="0"/>
          </a:p>
        </p:txBody>
      </p:sp>
    </p:spTree>
    <p:extLst>
      <p:ext uri="{BB962C8B-B14F-4D97-AF65-F5344CB8AC3E}">
        <p14:creationId xmlns:p14="http://schemas.microsoft.com/office/powerpoint/2010/main" val="1936515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7270-395F-B0C0-418B-D53237175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1B62F-C8E2-55C0-75AE-4BA657506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E3745-6408-EF2E-A8C1-D02B0449C5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4DEF1E-1B91-52DC-CE4E-91BA8C60F3EB}"/>
              </a:ext>
            </a:extLst>
          </p:cNvPr>
          <p:cNvSpPr>
            <a:spLocks noGrp="1"/>
          </p:cNvSpPr>
          <p:nvPr>
            <p:ph type="sldNum" sz="quarter" idx="5"/>
          </p:nvPr>
        </p:nvSpPr>
        <p:spPr/>
        <p:txBody>
          <a:bodyPr/>
          <a:lstStyle/>
          <a:p>
            <a:fld id="{F6BA3186-490C-4963-9CE5-58096C2F0BE5}" type="slidenum">
              <a:rPr lang="en-US" smtClean="0"/>
              <a:t>38</a:t>
            </a:fld>
            <a:endParaRPr lang="en-US" dirty="0"/>
          </a:p>
        </p:txBody>
      </p:sp>
    </p:spTree>
    <p:extLst>
      <p:ext uri="{BB962C8B-B14F-4D97-AF65-F5344CB8AC3E}">
        <p14:creationId xmlns:p14="http://schemas.microsoft.com/office/powerpoint/2010/main" val="19189708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CEF1-8644-1064-FEC9-D1EFECC60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6504-3A6F-42E8-BD23-2E2EFE5DA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D90A7-0EC8-BE6A-EEB0-8C709CBD9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CC9757-6DA9-6976-4142-EBFAAB5A28A6}"/>
              </a:ext>
            </a:extLst>
          </p:cNvPr>
          <p:cNvSpPr>
            <a:spLocks noGrp="1"/>
          </p:cNvSpPr>
          <p:nvPr>
            <p:ph type="sldNum" sz="quarter" idx="5"/>
          </p:nvPr>
        </p:nvSpPr>
        <p:spPr/>
        <p:txBody>
          <a:bodyPr/>
          <a:lstStyle/>
          <a:p>
            <a:fld id="{F6BA3186-490C-4963-9CE5-58096C2F0BE5}" type="slidenum">
              <a:rPr lang="en-US" smtClean="0"/>
              <a:t>39</a:t>
            </a:fld>
            <a:endParaRPr lang="en-US" dirty="0"/>
          </a:p>
        </p:txBody>
      </p:sp>
    </p:spTree>
    <p:extLst>
      <p:ext uri="{BB962C8B-B14F-4D97-AF65-F5344CB8AC3E}">
        <p14:creationId xmlns:p14="http://schemas.microsoft.com/office/powerpoint/2010/main" val="2143477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750EE-8947-DA70-AECC-27B3AD892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48EB4-E716-6935-ED2A-246F9C4DA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415FE-069F-1C57-A484-2AEE3F76C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3EFC63-B791-D065-0413-B1A25F43B880}"/>
              </a:ext>
            </a:extLst>
          </p:cNvPr>
          <p:cNvSpPr>
            <a:spLocks noGrp="1"/>
          </p:cNvSpPr>
          <p:nvPr>
            <p:ph type="sldNum" sz="quarter" idx="5"/>
          </p:nvPr>
        </p:nvSpPr>
        <p:spPr/>
        <p:txBody>
          <a:bodyPr/>
          <a:lstStyle/>
          <a:p>
            <a:fld id="{F6BA3186-490C-4963-9CE5-58096C2F0BE5}" type="slidenum">
              <a:rPr lang="en-US" smtClean="0"/>
              <a:t>40</a:t>
            </a:fld>
            <a:endParaRPr lang="en-US" dirty="0"/>
          </a:p>
        </p:txBody>
      </p:sp>
    </p:spTree>
    <p:extLst>
      <p:ext uri="{BB962C8B-B14F-4D97-AF65-F5344CB8AC3E}">
        <p14:creationId xmlns:p14="http://schemas.microsoft.com/office/powerpoint/2010/main" val="1158258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E87B-66D6-B2D2-BE55-2049A4A0F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FEA31-7B3F-A0F1-CBE2-FD6BA3AB4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D1A69-59BA-DBF8-31B7-323B9C5BDF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B43689-D1E6-4E31-C41D-7EC077C943B6}"/>
              </a:ext>
            </a:extLst>
          </p:cNvPr>
          <p:cNvSpPr>
            <a:spLocks noGrp="1"/>
          </p:cNvSpPr>
          <p:nvPr>
            <p:ph type="sldNum" sz="quarter" idx="5"/>
          </p:nvPr>
        </p:nvSpPr>
        <p:spPr/>
        <p:txBody>
          <a:bodyPr/>
          <a:lstStyle/>
          <a:p>
            <a:fld id="{F6BA3186-490C-4963-9CE5-58096C2F0BE5}" type="slidenum">
              <a:rPr lang="en-US" smtClean="0"/>
              <a:t>41</a:t>
            </a:fld>
            <a:endParaRPr lang="en-US" dirty="0"/>
          </a:p>
        </p:txBody>
      </p:sp>
    </p:spTree>
    <p:extLst>
      <p:ext uri="{BB962C8B-B14F-4D97-AF65-F5344CB8AC3E}">
        <p14:creationId xmlns:p14="http://schemas.microsoft.com/office/powerpoint/2010/main" val="18526138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BA4F-1F74-B70F-F5C7-EF3D4DEAB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C9380-B99C-4793-27FC-BCB7EBD5C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E05D3-AE52-2FEF-1F76-2505B87C81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716B35-DD1A-7ED0-6862-92AC6C28E4F5}"/>
              </a:ext>
            </a:extLst>
          </p:cNvPr>
          <p:cNvSpPr>
            <a:spLocks noGrp="1"/>
          </p:cNvSpPr>
          <p:nvPr>
            <p:ph type="sldNum" sz="quarter" idx="5"/>
          </p:nvPr>
        </p:nvSpPr>
        <p:spPr/>
        <p:txBody>
          <a:bodyPr/>
          <a:lstStyle/>
          <a:p>
            <a:fld id="{F6BA3186-490C-4963-9CE5-58096C2F0BE5}" type="slidenum">
              <a:rPr lang="en-US" smtClean="0"/>
              <a:t>42</a:t>
            </a:fld>
            <a:endParaRPr lang="en-US" dirty="0"/>
          </a:p>
        </p:txBody>
      </p:sp>
    </p:spTree>
    <p:extLst>
      <p:ext uri="{BB962C8B-B14F-4D97-AF65-F5344CB8AC3E}">
        <p14:creationId xmlns:p14="http://schemas.microsoft.com/office/powerpoint/2010/main" val="21077367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54C14-9EC6-781E-27B0-201208959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E26BE-E38C-BE9F-F413-422DC2430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89AD9-6B54-A3BF-0A2B-3400BC17D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B5D4BA-7164-39E7-25AF-454D61884177}"/>
              </a:ext>
            </a:extLst>
          </p:cNvPr>
          <p:cNvSpPr>
            <a:spLocks noGrp="1"/>
          </p:cNvSpPr>
          <p:nvPr>
            <p:ph type="sldNum" sz="quarter" idx="5"/>
          </p:nvPr>
        </p:nvSpPr>
        <p:spPr/>
        <p:txBody>
          <a:bodyPr/>
          <a:lstStyle/>
          <a:p>
            <a:fld id="{F6BA3186-490C-4963-9CE5-58096C2F0BE5}" type="slidenum">
              <a:rPr lang="en-US" smtClean="0"/>
              <a:t>43</a:t>
            </a:fld>
            <a:endParaRPr lang="en-US" dirty="0"/>
          </a:p>
        </p:txBody>
      </p:sp>
    </p:spTree>
    <p:extLst>
      <p:ext uri="{BB962C8B-B14F-4D97-AF65-F5344CB8AC3E}">
        <p14:creationId xmlns:p14="http://schemas.microsoft.com/office/powerpoint/2010/main" val="17924825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B7799-3F5A-988E-F206-BF67B66DA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79F0A-2623-F8FE-F652-52385DD56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1DB8E-7136-69DD-D996-EAE9AC2B36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C316A5-526F-FE4E-37AC-22AF983A921D}"/>
              </a:ext>
            </a:extLst>
          </p:cNvPr>
          <p:cNvSpPr>
            <a:spLocks noGrp="1"/>
          </p:cNvSpPr>
          <p:nvPr>
            <p:ph type="sldNum" sz="quarter" idx="5"/>
          </p:nvPr>
        </p:nvSpPr>
        <p:spPr/>
        <p:txBody>
          <a:bodyPr/>
          <a:lstStyle/>
          <a:p>
            <a:fld id="{F6BA3186-490C-4963-9CE5-58096C2F0BE5}" type="slidenum">
              <a:rPr lang="en-US" smtClean="0"/>
              <a:t>44</a:t>
            </a:fld>
            <a:endParaRPr lang="en-US" dirty="0"/>
          </a:p>
        </p:txBody>
      </p:sp>
    </p:spTree>
    <p:extLst>
      <p:ext uri="{BB962C8B-B14F-4D97-AF65-F5344CB8AC3E}">
        <p14:creationId xmlns:p14="http://schemas.microsoft.com/office/powerpoint/2010/main" val="39822778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5EE9-C5FF-B1E8-0410-CC59DF58C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755B6-796E-B137-170C-05932BB58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F5946-8407-0C4A-A30D-968AA21EC9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39187F-680C-33F5-37F4-F1719B85123D}"/>
              </a:ext>
            </a:extLst>
          </p:cNvPr>
          <p:cNvSpPr>
            <a:spLocks noGrp="1"/>
          </p:cNvSpPr>
          <p:nvPr>
            <p:ph type="sldNum" sz="quarter" idx="5"/>
          </p:nvPr>
        </p:nvSpPr>
        <p:spPr/>
        <p:txBody>
          <a:bodyPr/>
          <a:lstStyle/>
          <a:p>
            <a:fld id="{F6BA3186-490C-4963-9CE5-58096C2F0BE5}" type="slidenum">
              <a:rPr lang="en-US" smtClean="0"/>
              <a:t>45</a:t>
            </a:fld>
            <a:endParaRPr lang="en-US" dirty="0"/>
          </a:p>
        </p:txBody>
      </p:sp>
    </p:spTree>
    <p:extLst>
      <p:ext uri="{BB962C8B-B14F-4D97-AF65-F5344CB8AC3E}">
        <p14:creationId xmlns:p14="http://schemas.microsoft.com/office/powerpoint/2010/main" val="39786075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4DA5-34C4-EF4D-B48B-E47FA6439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EFBD0-60A2-1ECC-59E0-39BD4F21C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B42EA-98EE-62C8-FCF3-64F9843D7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C0734D-D761-4E69-B007-564028C3B006}"/>
              </a:ext>
            </a:extLst>
          </p:cNvPr>
          <p:cNvSpPr>
            <a:spLocks noGrp="1"/>
          </p:cNvSpPr>
          <p:nvPr>
            <p:ph type="sldNum" sz="quarter" idx="5"/>
          </p:nvPr>
        </p:nvSpPr>
        <p:spPr/>
        <p:txBody>
          <a:bodyPr/>
          <a:lstStyle/>
          <a:p>
            <a:fld id="{F6BA3186-490C-4963-9CE5-58096C2F0BE5}" type="slidenum">
              <a:rPr lang="en-US" smtClean="0"/>
              <a:t>46</a:t>
            </a:fld>
            <a:endParaRPr lang="en-US" dirty="0"/>
          </a:p>
        </p:txBody>
      </p:sp>
    </p:spTree>
    <p:extLst>
      <p:ext uri="{BB962C8B-B14F-4D97-AF65-F5344CB8AC3E}">
        <p14:creationId xmlns:p14="http://schemas.microsoft.com/office/powerpoint/2010/main" val="17329115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F634F-D1C0-493A-AFE8-D0109E1FD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67490-35B7-C27F-C6CA-C1B1F66D7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D6809-FD1F-7292-A582-5E055472D8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F54EB6-637F-B6EF-37CA-5E83B39AA0BD}"/>
              </a:ext>
            </a:extLst>
          </p:cNvPr>
          <p:cNvSpPr>
            <a:spLocks noGrp="1"/>
          </p:cNvSpPr>
          <p:nvPr>
            <p:ph type="sldNum" sz="quarter" idx="5"/>
          </p:nvPr>
        </p:nvSpPr>
        <p:spPr/>
        <p:txBody>
          <a:bodyPr/>
          <a:lstStyle/>
          <a:p>
            <a:fld id="{F6BA3186-490C-4963-9CE5-58096C2F0BE5}" type="slidenum">
              <a:rPr lang="en-US" smtClean="0"/>
              <a:t>47</a:t>
            </a:fld>
            <a:endParaRPr lang="en-US" dirty="0"/>
          </a:p>
        </p:txBody>
      </p:sp>
    </p:spTree>
    <p:extLst>
      <p:ext uri="{BB962C8B-B14F-4D97-AF65-F5344CB8AC3E}">
        <p14:creationId xmlns:p14="http://schemas.microsoft.com/office/powerpoint/2010/main" val="18444812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BF9C3-7506-A661-1FDE-59F51D973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0124C-DF7E-4A18-BF68-3FB699EC2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9A9E-E5EA-C0A3-7B0F-6F1BCB19A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A77718-F8EC-91C1-31E4-C3CA74426877}"/>
              </a:ext>
            </a:extLst>
          </p:cNvPr>
          <p:cNvSpPr>
            <a:spLocks noGrp="1"/>
          </p:cNvSpPr>
          <p:nvPr>
            <p:ph type="sldNum" sz="quarter" idx="5"/>
          </p:nvPr>
        </p:nvSpPr>
        <p:spPr/>
        <p:txBody>
          <a:bodyPr/>
          <a:lstStyle/>
          <a:p>
            <a:fld id="{F6BA3186-490C-4963-9CE5-58096C2F0BE5}" type="slidenum">
              <a:rPr lang="en-US" smtClean="0"/>
              <a:t>48</a:t>
            </a:fld>
            <a:endParaRPr lang="en-US" dirty="0"/>
          </a:p>
        </p:txBody>
      </p:sp>
    </p:spTree>
    <p:extLst>
      <p:ext uri="{BB962C8B-B14F-4D97-AF65-F5344CB8AC3E}">
        <p14:creationId xmlns:p14="http://schemas.microsoft.com/office/powerpoint/2010/main" val="32442142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90F8-8B09-8830-9590-32B7906DC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BEFED-6E89-EA94-C50B-9D279DF81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2FCB0-6792-A0E0-503B-981CF1AD5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ADED0E-3FB1-B868-9213-536BA7567E91}"/>
              </a:ext>
            </a:extLst>
          </p:cNvPr>
          <p:cNvSpPr>
            <a:spLocks noGrp="1"/>
          </p:cNvSpPr>
          <p:nvPr>
            <p:ph type="sldNum" sz="quarter" idx="5"/>
          </p:nvPr>
        </p:nvSpPr>
        <p:spPr/>
        <p:txBody>
          <a:bodyPr/>
          <a:lstStyle/>
          <a:p>
            <a:fld id="{F6BA3186-490C-4963-9CE5-58096C2F0BE5}" type="slidenum">
              <a:rPr lang="en-US" smtClean="0"/>
              <a:t>49</a:t>
            </a:fld>
            <a:endParaRPr lang="en-US" dirty="0"/>
          </a:p>
        </p:txBody>
      </p:sp>
    </p:spTree>
    <p:extLst>
      <p:ext uri="{BB962C8B-B14F-4D97-AF65-F5344CB8AC3E}">
        <p14:creationId xmlns:p14="http://schemas.microsoft.com/office/powerpoint/2010/main" val="23254287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8316-911F-40BE-87FE-1D221455F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571BE-27B2-7CED-F2CB-CCB3DC468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02E68-7C69-2D02-F686-8D124A1C48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3D7BA-90A3-0344-B8E1-76B1F4CE9BC5}"/>
              </a:ext>
            </a:extLst>
          </p:cNvPr>
          <p:cNvSpPr>
            <a:spLocks noGrp="1"/>
          </p:cNvSpPr>
          <p:nvPr>
            <p:ph type="sldNum" sz="quarter" idx="5"/>
          </p:nvPr>
        </p:nvSpPr>
        <p:spPr/>
        <p:txBody>
          <a:bodyPr/>
          <a:lstStyle/>
          <a:p>
            <a:fld id="{F6BA3186-490C-4963-9CE5-58096C2F0BE5}" type="slidenum">
              <a:rPr lang="en-US" smtClean="0"/>
              <a:t>50</a:t>
            </a:fld>
            <a:endParaRPr lang="en-US" dirty="0"/>
          </a:p>
        </p:txBody>
      </p:sp>
    </p:spTree>
    <p:extLst>
      <p:ext uri="{BB962C8B-B14F-4D97-AF65-F5344CB8AC3E}">
        <p14:creationId xmlns:p14="http://schemas.microsoft.com/office/powerpoint/2010/main" val="23459668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46F5-4F20-4C20-00A9-6CE0F529D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26CB5-88E6-2E21-4B7E-851C26F1E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A3091-CE02-A811-A0B1-C582123E5E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D0DFD6-7B9A-D9D5-078F-3F9964A392F2}"/>
              </a:ext>
            </a:extLst>
          </p:cNvPr>
          <p:cNvSpPr>
            <a:spLocks noGrp="1"/>
          </p:cNvSpPr>
          <p:nvPr>
            <p:ph type="sldNum" sz="quarter" idx="5"/>
          </p:nvPr>
        </p:nvSpPr>
        <p:spPr/>
        <p:txBody>
          <a:bodyPr/>
          <a:lstStyle/>
          <a:p>
            <a:fld id="{F6BA3186-490C-4963-9CE5-58096C2F0BE5}" type="slidenum">
              <a:rPr lang="en-US" smtClean="0"/>
              <a:t>51</a:t>
            </a:fld>
            <a:endParaRPr lang="en-US" dirty="0"/>
          </a:p>
        </p:txBody>
      </p:sp>
    </p:spTree>
    <p:extLst>
      <p:ext uri="{BB962C8B-B14F-4D97-AF65-F5344CB8AC3E}">
        <p14:creationId xmlns:p14="http://schemas.microsoft.com/office/powerpoint/2010/main" val="859140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320B-B0F0-54A5-5241-70DE11CE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8B7C3-2D5E-6A26-65F7-62F2268A3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93D60-FABB-C7D1-02F8-E432F0DB4F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C39AC3-C644-D0AB-A92D-635265DF9BA1}"/>
              </a:ext>
            </a:extLst>
          </p:cNvPr>
          <p:cNvSpPr>
            <a:spLocks noGrp="1"/>
          </p:cNvSpPr>
          <p:nvPr>
            <p:ph type="sldNum" sz="quarter" idx="5"/>
          </p:nvPr>
        </p:nvSpPr>
        <p:spPr/>
        <p:txBody>
          <a:bodyPr/>
          <a:lstStyle/>
          <a:p>
            <a:fld id="{F6BA3186-490C-4963-9CE5-58096C2F0BE5}" type="slidenum">
              <a:rPr lang="en-US" smtClean="0"/>
              <a:t>52</a:t>
            </a:fld>
            <a:endParaRPr lang="en-US" dirty="0"/>
          </a:p>
        </p:txBody>
      </p:sp>
    </p:spTree>
    <p:extLst>
      <p:ext uri="{BB962C8B-B14F-4D97-AF65-F5344CB8AC3E}">
        <p14:creationId xmlns:p14="http://schemas.microsoft.com/office/powerpoint/2010/main" val="3844740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EDC1D-7FA4-7EB4-180B-96ED87EE7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6EF8-1FA6-C492-0091-486834A78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49B24-CF0A-0D29-9729-DF57439101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E2D721-0CE6-5B0B-9159-64AF7112D069}"/>
              </a:ext>
            </a:extLst>
          </p:cNvPr>
          <p:cNvSpPr>
            <a:spLocks noGrp="1"/>
          </p:cNvSpPr>
          <p:nvPr>
            <p:ph type="sldNum" sz="quarter" idx="5"/>
          </p:nvPr>
        </p:nvSpPr>
        <p:spPr/>
        <p:txBody>
          <a:bodyPr/>
          <a:lstStyle/>
          <a:p>
            <a:fld id="{F6BA3186-490C-4963-9CE5-58096C2F0BE5}" type="slidenum">
              <a:rPr lang="en-US" smtClean="0"/>
              <a:t>53</a:t>
            </a:fld>
            <a:endParaRPr lang="en-US" dirty="0"/>
          </a:p>
        </p:txBody>
      </p:sp>
    </p:spTree>
    <p:extLst>
      <p:ext uri="{BB962C8B-B14F-4D97-AF65-F5344CB8AC3E}">
        <p14:creationId xmlns:p14="http://schemas.microsoft.com/office/powerpoint/2010/main" val="42705572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BA3186-490C-4963-9CE5-58096C2F0BE5}" type="slidenum">
              <a:rPr lang="en-US" smtClean="0"/>
              <a:t>54</a:t>
            </a:fld>
            <a:endParaRPr lang="en-US" dirty="0"/>
          </a:p>
        </p:txBody>
      </p:sp>
    </p:spTree>
    <p:extLst>
      <p:ext uri="{BB962C8B-B14F-4D97-AF65-F5344CB8AC3E}">
        <p14:creationId xmlns:p14="http://schemas.microsoft.com/office/powerpoint/2010/main" val="27167729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2374262"/>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48853276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890706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08/20/2026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969860571"/>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03330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976872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866549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40386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5800599"/>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8239097"/>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5955958"/>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5802012"/>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806847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694545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252811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666720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801520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08/20/2026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065084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jpe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5.jpe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microsoft.com/office/2007/relationships/hdphoto" Target="../media/hdphoto1.wdp"/><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pic>
        <p:nvPicPr>
          <p:cNvPr id="5" name="Picture 4" descr="Rocky beach&#10;&#10;">
            <a:extLst>
              <a:ext uri="{FF2B5EF4-FFF2-40B4-BE49-F238E27FC236}">
                <a16:creationId xmlns:a16="http://schemas.microsoft.com/office/drawing/2014/main" id="{1D741830-4E4E-4CA5-B92A-047E598CB2C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0" y="10"/>
            <a:ext cx="12191980" cy="6857990"/>
          </a:xfrm>
          <a:prstGeom prst="rect">
            <a:avLst/>
          </a:prstGeom>
        </p:spPr>
      </p:pic>
      <p:grpSp>
        <p:nvGrpSpPr>
          <p:cNvPr id="10" name="Group 9">
            <a:extLst>
              <a:ext uri="{FF2B5EF4-FFF2-40B4-BE49-F238E27FC236}">
                <a16:creationId xmlns:a16="http://schemas.microsoft.com/office/drawing/2014/main" id="{EF41A68A-8CD1-4105-B4EC-A56286CB0F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02616" y="1411015"/>
            <a:ext cx="7808159" cy="4103960"/>
            <a:chOff x="2202616" y="1411015"/>
            <a:chExt cx="7808159" cy="4103960"/>
          </a:xfrm>
        </p:grpSpPr>
        <p:sp>
          <p:nvSpPr>
            <p:cNvPr id="11" name="Freeform 16">
              <a:extLst>
                <a:ext uri="{FF2B5EF4-FFF2-40B4-BE49-F238E27FC236}">
                  <a16:creationId xmlns:a16="http://schemas.microsoft.com/office/drawing/2014/main" id="{7B955F46-02E4-4A82-96F5-CBAFDD4A7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02616" y="1411015"/>
              <a:ext cx="7808159" cy="4103960"/>
            </a:xfrm>
            <a:custGeom>
              <a:avLst/>
              <a:gdLst>
                <a:gd name="connsiteX0" fmla="*/ 7589084 w 7808159"/>
                <a:gd name="connsiteY0" fmla="*/ 3803605 h 4103960"/>
                <a:gd name="connsiteX1" fmla="*/ 7512884 w 7808159"/>
                <a:gd name="connsiteY1" fmla="*/ 3879805 h 4103960"/>
                <a:gd name="connsiteX2" fmla="*/ 7589084 w 7808159"/>
                <a:gd name="connsiteY2" fmla="*/ 3956005 h 4103960"/>
                <a:gd name="connsiteX3" fmla="*/ 7665284 w 7808159"/>
                <a:gd name="connsiteY3" fmla="*/ 3879805 h 4103960"/>
                <a:gd name="connsiteX4" fmla="*/ 7589084 w 7808159"/>
                <a:gd name="connsiteY4" fmla="*/ 3803605 h 4103960"/>
                <a:gd name="connsiteX5" fmla="*/ 197684 w 7808159"/>
                <a:gd name="connsiteY5" fmla="*/ 3803605 h 4103960"/>
                <a:gd name="connsiteX6" fmla="*/ 121484 w 7808159"/>
                <a:gd name="connsiteY6" fmla="*/ 3879805 h 4103960"/>
                <a:gd name="connsiteX7" fmla="*/ 197684 w 7808159"/>
                <a:gd name="connsiteY7" fmla="*/ 3956005 h 4103960"/>
                <a:gd name="connsiteX8" fmla="*/ 273884 w 7808159"/>
                <a:gd name="connsiteY8" fmla="*/ 3879805 h 4103960"/>
                <a:gd name="connsiteX9" fmla="*/ 197684 w 7808159"/>
                <a:gd name="connsiteY9" fmla="*/ 3803605 h 4103960"/>
                <a:gd name="connsiteX10" fmla="*/ 7604324 w 7808159"/>
                <a:gd name="connsiteY10" fmla="*/ 130765 h 4103960"/>
                <a:gd name="connsiteX11" fmla="*/ 7528124 w 7808159"/>
                <a:gd name="connsiteY11" fmla="*/ 206965 h 4103960"/>
                <a:gd name="connsiteX12" fmla="*/ 7604324 w 7808159"/>
                <a:gd name="connsiteY12" fmla="*/ 283165 h 4103960"/>
                <a:gd name="connsiteX13" fmla="*/ 7680524 w 7808159"/>
                <a:gd name="connsiteY13" fmla="*/ 206965 h 4103960"/>
                <a:gd name="connsiteX14" fmla="*/ 7604324 w 7808159"/>
                <a:gd name="connsiteY14" fmla="*/ 130765 h 4103960"/>
                <a:gd name="connsiteX15" fmla="*/ 197684 w 7808159"/>
                <a:gd name="connsiteY15" fmla="*/ 130765 h 4103960"/>
                <a:gd name="connsiteX16" fmla="*/ 121484 w 7808159"/>
                <a:gd name="connsiteY16" fmla="*/ 206965 h 4103960"/>
                <a:gd name="connsiteX17" fmla="*/ 197684 w 7808159"/>
                <a:gd name="connsiteY17" fmla="*/ 283165 h 4103960"/>
                <a:gd name="connsiteX18" fmla="*/ 273884 w 7808159"/>
                <a:gd name="connsiteY18" fmla="*/ 206965 h 4103960"/>
                <a:gd name="connsiteX19" fmla="*/ 197684 w 7808159"/>
                <a:gd name="connsiteY19" fmla="*/ 130765 h 4103960"/>
                <a:gd name="connsiteX20" fmla="*/ 0 w 7808159"/>
                <a:gd name="connsiteY20" fmla="*/ 0 h 4103960"/>
                <a:gd name="connsiteX21" fmla="*/ 7808159 w 7808159"/>
                <a:gd name="connsiteY21" fmla="*/ 0 h 4103960"/>
                <a:gd name="connsiteX22" fmla="*/ 7808159 w 7808159"/>
                <a:gd name="connsiteY22" fmla="*/ 4103960 h 4103960"/>
                <a:gd name="connsiteX23" fmla="*/ 0 w 7808159"/>
                <a:gd name="connsiteY23" fmla="*/ 4103960 h 4103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808159" h="4103960">
                  <a:moveTo>
                    <a:pt x="7589084" y="3803605"/>
                  </a:moveTo>
                  <a:cubicBezTo>
                    <a:pt x="7547000" y="3803605"/>
                    <a:pt x="7512884" y="3837721"/>
                    <a:pt x="7512884" y="3879805"/>
                  </a:cubicBezTo>
                  <a:cubicBezTo>
                    <a:pt x="7512884" y="3921889"/>
                    <a:pt x="7547000" y="3956005"/>
                    <a:pt x="7589084" y="3956005"/>
                  </a:cubicBezTo>
                  <a:cubicBezTo>
                    <a:pt x="7631168" y="3956005"/>
                    <a:pt x="7665284" y="3921889"/>
                    <a:pt x="7665284" y="3879805"/>
                  </a:cubicBezTo>
                  <a:cubicBezTo>
                    <a:pt x="7665284" y="3837721"/>
                    <a:pt x="7631168" y="3803605"/>
                    <a:pt x="7589084" y="3803605"/>
                  </a:cubicBezTo>
                  <a:close/>
                  <a:moveTo>
                    <a:pt x="197684" y="3803605"/>
                  </a:moveTo>
                  <a:cubicBezTo>
                    <a:pt x="155600" y="3803605"/>
                    <a:pt x="121484" y="3837721"/>
                    <a:pt x="121484" y="3879805"/>
                  </a:cubicBezTo>
                  <a:cubicBezTo>
                    <a:pt x="121484" y="3921889"/>
                    <a:pt x="155600" y="3956005"/>
                    <a:pt x="197684" y="3956005"/>
                  </a:cubicBezTo>
                  <a:cubicBezTo>
                    <a:pt x="239768" y="3956005"/>
                    <a:pt x="273884" y="3921889"/>
                    <a:pt x="273884" y="3879805"/>
                  </a:cubicBezTo>
                  <a:cubicBezTo>
                    <a:pt x="273884" y="3837721"/>
                    <a:pt x="239768" y="3803605"/>
                    <a:pt x="197684" y="3803605"/>
                  </a:cubicBezTo>
                  <a:close/>
                  <a:moveTo>
                    <a:pt x="7604324" y="130765"/>
                  </a:moveTo>
                  <a:cubicBezTo>
                    <a:pt x="7562240" y="130765"/>
                    <a:pt x="7528124" y="164881"/>
                    <a:pt x="7528124" y="206965"/>
                  </a:cubicBezTo>
                  <a:cubicBezTo>
                    <a:pt x="7528124" y="249049"/>
                    <a:pt x="7562240" y="283165"/>
                    <a:pt x="7604324" y="283165"/>
                  </a:cubicBezTo>
                  <a:cubicBezTo>
                    <a:pt x="7646408" y="283165"/>
                    <a:pt x="7680524" y="249049"/>
                    <a:pt x="7680524" y="206965"/>
                  </a:cubicBezTo>
                  <a:cubicBezTo>
                    <a:pt x="7680524" y="164881"/>
                    <a:pt x="7646408" y="130765"/>
                    <a:pt x="7604324" y="130765"/>
                  </a:cubicBezTo>
                  <a:close/>
                  <a:moveTo>
                    <a:pt x="197684" y="130765"/>
                  </a:moveTo>
                  <a:cubicBezTo>
                    <a:pt x="155600" y="130765"/>
                    <a:pt x="121484" y="164881"/>
                    <a:pt x="121484" y="206965"/>
                  </a:cubicBezTo>
                  <a:cubicBezTo>
                    <a:pt x="121484" y="249049"/>
                    <a:pt x="155600" y="283165"/>
                    <a:pt x="197684" y="283165"/>
                  </a:cubicBezTo>
                  <a:cubicBezTo>
                    <a:pt x="239768" y="283165"/>
                    <a:pt x="273884" y="249049"/>
                    <a:pt x="273884" y="206965"/>
                  </a:cubicBezTo>
                  <a:cubicBezTo>
                    <a:pt x="273884" y="164881"/>
                    <a:pt x="239768" y="130765"/>
                    <a:pt x="197684" y="130765"/>
                  </a:cubicBezTo>
                  <a:close/>
                  <a:moveTo>
                    <a:pt x="0" y="0"/>
                  </a:moveTo>
                  <a:lnTo>
                    <a:pt x="7808159" y="0"/>
                  </a:lnTo>
                  <a:lnTo>
                    <a:pt x="7808159" y="4103960"/>
                  </a:lnTo>
                  <a:lnTo>
                    <a:pt x="0" y="4103960"/>
                  </a:lnTo>
                  <a:close/>
                </a:path>
              </a:pathLst>
            </a:custGeom>
            <a:blipFill dpi="0" rotWithShape="1">
              <a:blip r:embed="rId5">
                <a:alphaModFix amt="83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879775EF-026C-4E4A-873B-185915FB4F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278995" y="1501257"/>
              <a:ext cx="7645811" cy="3928374"/>
              <a:chOff x="2278995" y="1501257"/>
              <a:chExt cx="7645811" cy="3928374"/>
            </a:xfrm>
          </p:grpSpPr>
          <p:sp>
            <p:nvSpPr>
              <p:cNvPr id="13" name="Donut 19">
                <a:extLst>
                  <a:ext uri="{FF2B5EF4-FFF2-40B4-BE49-F238E27FC236}">
                    <a16:creationId xmlns:a16="http://schemas.microsoft.com/office/drawing/2014/main" id="{400D0967-F02F-4275-8520-75D52A1DF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77918" y="1501257"/>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Donut 21">
                <a:extLst>
                  <a:ext uri="{FF2B5EF4-FFF2-40B4-BE49-F238E27FC236}">
                    <a16:creationId xmlns:a16="http://schemas.microsoft.com/office/drawing/2014/main" id="{B4B16BA1-0F90-43DD-9D6C-6F196A15A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73719" y="517472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Donut 22">
                <a:extLst>
                  <a:ext uri="{FF2B5EF4-FFF2-40B4-BE49-F238E27FC236}">
                    <a16:creationId xmlns:a16="http://schemas.microsoft.com/office/drawing/2014/main" id="{7B652CBC-3D51-4C0E-8DDE-2C4A49B387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78995" y="1501257"/>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Donut 23">
                <a:extLst>
                  <a:ext uri="{FF2B5EF4-FFF2-40B4-BE49-F238E27FC236}">
                    <a16:creationId xmlns:a16="http://schemas.microsoft.com/office/drawing/2014/main" id="{3AFF0419-6554-4FDD-93AB-8A8C45FF5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78995" y="5182743"/>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sp>
        <p:nvSpPr>
          <p:cNvPr id="2" name="Title 1">
            <a:extLst>
              <a:ext uri="{FF2B5EF4-FFF2-40B4-BE49-F238E27FC236}">
                <a16:creationId xmlns:a16="http://schemas.microsoft.com/office/drawing/2014/main" id="{D4774D57-151E-4936-9AF4-E70073D4EB30}"/>
              </a:ext>
            </a:extLst>
          </p:cNvPr>
          <p:cNvSpPr>
            <a:spLocks noGrp="1"/>
          </p:cNvSpPr>
          <p:nvPr>
            <p:ph type="ctrTitle"/>
          </p:nvPr>
        </p:nvSpPr>
        <p:spPr>
          <a:xfrm>
            <a:off x="2692398" y="1871131"/>
            <a:ext cx="6815669" cy="1515533"/>
          </a:xfrm>
        </p:spPr>
        <p:txBody>
          <a:bodyPr>
            <a:noAutofit/>
          </a:bodyPr>
          <a:lstStyle/>
          <a:p>
            <a:r>
              <a:rPr lang="en-US" sz="3200" b="1" dirty="0">
                <a:solidFill>
                  <a:srgbClr val="002060"/>
                </a:solidFill>
              </a:rPr>
              <a:t>DESIGN PATTERNS</a:t>
            </a:r>
          </a:p>
        </p:txBody>
      </p:sp>
      <p:sp>
        <p:nvSpPr>
          <p:cNvPr id="3" name="Subtitle 2">
            <a:extLst>
              <a:ext uri="{FF2B5EF4-FFF2-40B4-BE49-F238E27FC236}">
                <a16:creationId xmlns:a16="http://schemas.microsoft.com/office/drawing/2014/main" id="{C5370FC1-A32E-43A6-9E96-92974CB54F20}"/>
              </a:ext>
            </a:extLst>
          </p:cNvPr>
          <p:cNvSpPr>
            <a:spLocks noGrp="1"/>
          </p:cNvSpPr>
          <p:nvPr>
            <p:ph type="subTitle" idx="1"/>
          </p:nvPr>
        </p:nvSpPr>
        <p:spPr>
          <a:xfrm>
            <a:off x="2692398" y="3657597"/>
            <a:ext cx="6815669" cy="1320802"/>
          </a:xfrm>
        </p:spPr>
        <p:txBody>
          <a:bodyPr>
            <a:normAutofit/>
          </a:bodyPr>
          <a:lstStyle/>
          <a:p>
            <a:r>
              <a:rPr lang="en-US" sz="2800" b="1" dirty="0">
                <a:solidFill>
                  <a:srgbClr val="002060"/>
                </a:solidFill>
              </a:rPr>
              <a:t>LOW LEVEL DESIGN</a:t>
            </a:r>
          </a:p>
          <a:p>
            <a:r>
              <a:rPr lang="en-US" b="1" dirty="0">
                <a:solidFill>
                  <a:srgbClr val="002060"/>
                </a:solidFill>
              </a:rPr>
              <a:t>( LLD )</a:t>
            </a:r>
          </a:p>
        </p:txBody>
      </p:sp>
      <p:cxnSp>
        <p:nvCxnSpPr>
          <p:cNvPr id="18" name="Straight Connector 17">
            <a:extLst>
              <a:ext uri="{FF2B5EF4-FFF2-40B4-BE49-F238E27FC236}">
                <a16:creationId xmlns:a16="http://schemas.microsoft.com/office/drawing/2014/main" id="{5F310D7E-8F1E-4C2F-8824-E43E043DD8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pic>
        <p:nvPicPr>
          <p:cNvPr id="7" name="Graphic 6" descr="Palm tree">
            <a:extLst>
              <a:ext uri="{FF2B5EF4-FFF2-40B4-BE49-F238E27FC236}">
                <a16:creationId xmlns:a16="http://schemas.microsoft.com/office/drawing/2014/main" id="{5A75EE0A-53B5-4719-9CB7-5387E99D98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80409" y="1629189"/>
            <a:ext cx="914400" cy="914400"/>
          </a:xfrm>
          <a:prstGeom prst="rect">
            <a:avLst/>
          </a:prstGeom>
        </p:spPr>
      </p:pic>
      <p:pic>
        <p:nvPicPr>
          <p:cNvPr id="17" name="Graphic 16" descr="Beach ball">
            <a:extLst>
              <a:ext uri="{FF2B5EF4-FFF2-40B4-BE49-F238E27FC236}">
                <a16:creationId xmlns:a16="http://schemas.microsoft.com/office/drawing/2014/main" id="{48F21C9B-2A2B-49E0-A15C-401F0E8DE9C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848889" y="1993669"/>
            <a:ext cx="548640" cy="548640"/>
          </a:xfrm>
          <a:prstGeom prst="rect">
            <a:avLst/>
          </a:prstGeom>
        </p:spPr>
      </p:pic>
      <p:pic>
        <p:nvPicPr>
          <p:cNvPr id="20" name="Graphic 19" descr="Bucket and shovel">
            <a:extLst>
              <a:ext uri="{FF2B5EF4-FFF2-40B4-BE49-F238E27FC236}">
                <a16:creationId xmlns:a16="http://schemas.microsoft.com/office/drawing/2014/main" id="{02432592-29B9-4972-91B0-C8987327EC8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94809" y="1874056"/>
            <a:ext cx="731520" cy="731520"/>
          </a:xfrm>
          <a:prstGeom prst="rect">
            <a:avLst/>
          </a:prstGeom>
        </p:spPr>
      </p:pic>
      <p:pic>
        <p:nvPicPr>
          <p:cNvPr id="9" name="Picture 8">
            <a:extLst>
              <a:ext uri="{FF2B5EF4-FFF2-40B4-BE49-F238E27FC236}">
                <a16:creationId xmlns:a16="http://schemas.microsoft.com/office/drawing/2014/main" id="{F72531E5-A8D4-9214-F8E9-6EA7AA085373}"/>
              </a:ext>
            </a:extLst>
          </p:cNvPr>
          <p:cNvPicPr>
            <a:picLocks noChangeAspect="1"/>
          </p:cNvPicPr>
          <p:nvPr/>
        </p:nvPicPr>
        <p:blipFill>
          <a:blip r:embed="rId9"/>
          <a:stretch>
            <a:fillRect/>
          </a:stretch>
        </p:blipFill>
        <p:spPr>
          <a:xfrm>
            <a:off x="-585545" y="5421610"/>
            <a:ext cx="2749971" cy="1564609"/>
          </a:xfrm>
          <a:prstGeom prst="rect">
            <a:avLst/>
          </a:prstGeom>
        </p:spPr>
      </p:pic>
    </p:spTree>
    <p:extLst>
      <p:ext uri="{BB962C8B-B14F-4D97-AF65-F5344CB8AC3E}">
        <p14:creationId xmlns:p14="http://schemas.microsoft.com/office/powerpoint/2010/main" val="969913422"/>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5A3F2-DB3D-8AC9-7020-D62FCC8F60F3}"/>
              </a:ext>
            </a:extLst>
          </p:cNvPr>
          <p:cNvSpPr txBox="1"/>
          <p:nvPr/>
        </p:nvSpPr>
        <p:spPr>
          <a:xfrm>
            <a:off x="1338943" y="1382486"/>
            <a:ext cx="9078686" cy="3416320"/>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THERE ARE TOTALLY 23 DESIGN PATTERNS PRESENT.</a:t>
            </a:r>
          </a:p>
          <a:p>
            <a:endParaRPr lang="en-US" sz="2400" dirty="0"/>
          </a:p>
          <a:p>
            <a:pPr marL="285750" indent="-285750">
              <a:buFont typeface="Wingdings" panose="05000000000000000000" pitchFamily="2" charset="2"/>
              <a:buChar char="v"/>
            </a:pPr>
            <a:r>
              <a:rPr lang="en-US" sz="2400" dirty="0"/>
              <a:t>WE CALLED IT </a:t>
            </a:r>
            <a:r>
              <a:rPr lang="en-US" sz="2400" dirty="0" err="1"/>
              <a:t>GoF</a:t>
            </a:r>
            <a:r>
              <a:rPr lang="en-US" sz="2400" dirty="0"/>
              <a:t> (GOLF of FOUR) MEANS 4 AUTHORS CREATED THIS 23 DESIGN PATTERNS.</a:t>
            </a:r>
          </a:p>
          <a:p>
            <a:endParaRPr lang="en-US" sz="2400" dirty="0"/>
          </a:p>
          <a:p>
            <a:pPr marL="285750" indent="-285750">
              <a:buFont typeface="Wingdings" panose="05000000000000000000" pitchFamily="2" charset="2"/>
              <a:buChar char="v"/>
            </a:pPr>
            <a:r>
              <a:rPr lang="en-US" sz="2400" dirty="0"/>
              <a:t>THESE 23 DESIGN PATTERNS ARE DIVIDED UNDER THREE CATEGORIES.</a:t>
            </a:r>
          </a:p>
          <a:p>
            <a:endParaRPr lang="en-US" sz="2400" dirty="0"/>
          </a:p>
          <a:p>
            <a:pPr marL="285750" indent="-285750">
              <a:buFont typeface="Wingdings" panose="05000000000000000000" pitchFamily="2" charset="2"/>
              <a:buChar char="v"/>
            </a:pPr>
            <a:r>
              <a:rPr lang="en-US" sz="2400" dirty="0"/>
              <a:t>LET’S DISCOVER IT</a:t>
            </a:r>
            <a:endParaRPr lang="en-GB" sz="2400" dirty="0"/>
          </a:p>
        </p:txBody>
      </p:sp>
      <p:pic>
        <p:nvPicPr>
          <p:cNvPr id="4" name="Picture 3">
            <a:extLst>
              <a:ext uri="{FF2B5EF4-FFF2-40B4-BE49-F238E27FC236}">
                <a16:creationId xmlns:a16="http://schemas.microsoft.com/office/drawing/2014/main" id="{F2070E35-9E4F-8DBB-166A-C201458D716E}"/>
              </a:ext>
            </a:extLst>
          </p:cNvPr>
          <p:cNvPicPr>
            <a:picLocks noChangeAspect="1"/>
          </p:cNvPicPr>
          <p:nvPr/>
        </p:nvPicPr>
        <p:blipFill>
          <a:blip r:embed="rId2"/>
          <a:stretch>
            <a:fillRect/>
          </a:stretch>
        </p:blipFill>
        <p:spPr>
          <a:xfrm>
            <a:off x="-585545" y="5421610"/>
            <a:ext cx="2749971" cy="1564609"/>
          </a:xfrm>
          <a:prstGeom prst="rect">
            <a:avLst/>
          </a:prstGeom>
        </p:spPr>
      </p:pic>
    </p:spTree>
    <p:extLst>
      <p:ext uri="{BB962C8B-B14F-4D97-AF65-F5344CB8AC3E}">
        <p14:creationId xmlns:p14="http://schemas.microsoft.com/office/powerpoint/2010/main" val="342297156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4B17FE-2E14-47B6-B5A8-4363DE7695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4E53280-E6EB-47D2-B0BB-78B772DC4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44C4738-31FA-4AA4-9D3A-9B0F0B1F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1C7DE69-9246-4C6D-B903-F8ACF4C0E855}"/>
              </a:ext>
            </a:extLst>
          </p:cNvPr>
          <p:cNvSpPr>
            <a:spLocks noGrp="1"/>
          </p:cNvSpPr>
          <p:nvPr>
            <p:ph type="title"/>
          </p:nvPr>
        </p:nvSpPr>
        <p:spPr>
          <a:xfrm>
            <a:off x="952108" y="954756"/>
            <a:ext cx="2730414" cy="4946003"/>
          </a:xfrm>
        </p:spPr>
        <p:txBody>
          <a:bodyPr>
            <a:normAutofit/>
          </a:bodyPr>
          <a:lstStyle/>
          <a:p>
            <a:r>
              <a:rPr lang="en-US" sz="3600" dirty="0">
                <a:solidFill>
                  <a:srgbClr val="FFFFFF"/>
                </a:solidFill>
              </a:rPr>
              <a:t>3 TYPES OF DESIGN PATTERNS</a:t>
            </a:r>
          </a:p>
        </p:txBody>
      </p:sp>
      <p:sp>
        <p:nvSpPr>
          <p:cNvPr id="14" name="Rectangle 13">
            <a:extLst>
              <a:ext uri="{FF2B5EF4-FFF2-40B4-BE49-F238E27FC236}">
                <a16:creationId xmlns:a16="http://schemas.microsoft.com/office/drawing/2014/main" id="{809F3F69-CB9E-4C14-8F9B-7565980C8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ontent Placeholder 6" descr="SmartArt">
            <a:extLst>
              <a:ext uri="{FF2B5EF4-FFF2-40B4-BE49-F238E27FC236}">
                <a16:creationId xmlns:a16="http://schemas.microsoft.com/office/drawing/2014/main" id="{B2E1BEE4-C00C-453D-A483-736EC14BB2D3}"/>
              </a:ext>
            </a:extLst>
          </p:cNvPr>
          <p:cNvGraphicFramePr>
            <a:graphicFrameLocks noGrp="1"/>
          </p:cNvGraphicFramePr>
          <p:nvPr>
            <p:ph idx="1"/>
            <p:extLst>
              <p:ext uri="{D42A27DB-BD31-4B8C-83A1-F6EECF244321}">
                <p14:modId xmlns:p14="http://schemas.microsoft.com/office/powerpoint/2010/main" val="1305810962"/>
              </p:ext>
            </p:extLst>
          </p:nvPr>
        </p:nvGraphicFramePr>
        <p:xfrm>
          <a:off x="5158661" y="311340"/>
          <a:ext cx="6575425" cy="5918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694BD758-5C02-925F-A6EF-A71D191605A5}"/>
              </a:ext>
            </a:extLst>
          </p:cNvPr>
          <p:cNvPicPr>
            <a:picLocks noChangeAspect="1"/>
          </p:cNvPicPr>
          <p:nvPr/>
        </p:nvPicPr>
        <p:blipFill>
          <a:blip r:embed="rId9"/>
          <a:stretch>
            <a:fillRect/>
          </a:stretch>
        </p:blipFill>
        <p:spPr>
          <a:xfrm>
            <a:off x="-570800" y="5416158"/>
            <a:ext cx="2749971" cy="1564609"/>
          </a:xfrm>
          <a:prstGeom prst="rect">
            <a:avLst/>
          </a:prstGeom>
        </p:spPr>
      </p:pic>
    </p:spTree>
    <p:extLst>
      <p:ext uri="{BB962C8B-B14F-4D97-AF65-F5344CB8AC3E}">
        <p14:creationId xmlns:p14="http://schemas.microsoft.com/office/powerpoint/2010/main" val="4267277494"/>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a:extLst>
            <a:ext uri="{FF2B5EF4-FFF2-40B4-BE49-F238E27FC236}">
              <a16:creationId xmlns:a16="http://schemas.microsoft.com/office/drawing/2014/main" id="{84B6976B-914C-F38D-48B2-E8AB135C15F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25D2C4-5F1A-F363-990D-2FC8D48198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EF7A7C4-119F-6793-99A2-84E4B9666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F157ECE-FF4B-261B-633A-E23DDE3B7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F35213-44C6-8185-BA8A-9EF7CA26E88C}"/>
              </a:ext>
            </a:extLst>
          </p:cNvPr>
          <p:cNvSpPr>
            <a:spLocks noGrp="1"/>
          </p:cNvSpPr>
          <p:nvPr>
            <p:ph type="title"/>
          </p:nvPr>
        </p:nvSpPr>
        <p:spPr>
          <a:xfrm>
            <a:off x="952108" y="954756"/>
            <a:ext cx="2730414" cy="4946003"/>
          </a:xfrm>
        </p:spPr>
        <p:txBody>
          <a:bodyPr>
            <a:normAutofit/>
          </a:bodyPr>
          <a:lstStyle/>
          <a:p>
            <a:r>
              <a:rPr lang="en-US" sz="2800" b="1" dirty="0">
                <a:solidFill>
                  <a:schemeClr val="accent2"/>
                </a:solidFill>
              </a:rPr>
              <a:t>4 TYPES OF DESIGN PATTERNS COMES UNDER CREATIONAL</a:t>
            </a:r>
          </a:p>
        </p:txBody>
      </p:sp>
      <p:sp>
        <p:nvSpPr>
          <p:cNvPr id="14" name="Rectangle 13">
            <a:extLst>
              <a:ext uri="{FF2B5EF4-FFF2-40B4-BE49-F238E27FC236}">
                <a16:creationId xmlns:a16="http://schemas.microsoft.com/office/drawing/2014/main" id="{D56CBF9C-917D-D1F8-5608-E0D9E9DA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ontent Placeholder 6" descr="SmartArt">
            <a:extLst>
              <a:ext uri="{FF2B5EF4-FFF2-40B4-BE49-F238E27FC236}">
                <a16:creationId xmlns:a16="http://schemas.microsoft.com/office/drawing/2014/main" id="{07A12C6A-01D9-905A-B6F8-F27D30A9BE49}"/>
              </a:ext>
            </a:extLst>
          </p:cNvPr>
          <p:cNvGraphicFramePr>
            <a:graphicFrameLocks noGrp="1"/>
          </p:cNvGraphicFramePr>
          <p:nvPr>
            <p:ph idx="1"/>
            <p:extLst>
              <p:ext uri="{D42A27DB-BD31-4B8C-83A1-F6EECF244321}">
                <p14:modId xmlns:p14="http://schemas.microsoft.com/office/powerpoint/2010/main" val="1081723322"/>
              </p:ext>
            </p:extLst>
          </p:nvPr>
        </p:nvGraphicFramePr>
        <p:xfrm>
          <a:off x="5049105" y="-91431"/>
          <a:ext cx="6575425" cy="47614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Arrow: Chevron 5">
            <a:extLst>
              <a:ext uri="{FF2B5EF4-FFF2-40B4-BE49-F238E27FC236}">
                <a16:creationId xmlns:a16="http://schemas.microsoft.com/office/drawing/2014/main" id="{3B386425-E730-A29D-08FA-EC7B46E106F6}"/>
              </a:ext>
            </a:extLst>
          </p:cNvPr>
          <p:cNvSpPr/>
          <p:nvPr/>
        </p:nvSpPr>
        <p:spPr>
          <a:xfrm>
            <a:off x="10048022" y="5177223"/>
            <a:ext cx="1294178" cy="1024199"/>
          </a:xfrm>
          <a:prstGeom prst="chevron">
            <a:avLst>
              <a:gd name="adj" fmla="val 70610"/>
            </a:avLst>
          </a:prstGeom>
        </p:spPr>
        <p:style>
          <a:lnRef idx="1">
            <a:schemeClr val="accent2">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9" name="Arrow: Chevron 8">
            <a:extLst>
              <a:ext uri="{FF2B5EF4-FFF2-40B4-BE49-F238E27FC236}">
                <a16:creationId xmlns:a16="http://schemas.microsoft.com/office/drawing/2014/main" id="{0746400C-3D98-43C7-4E80-62B1EC4FD558}"/>
              </a:ext>
            </a:extLst>
          </p:cNvPr>
          <p:cNvSpPr/>
          <p:nvPr/>
        </p:nvSpPr>
        <p:spPr>
          <a:xfrm>
            <a:off x="5350940" y="5177223"/>
            <a:ext cx="1294178" cy="1024199"/>
          </a:xfrm>
          <a:prstGeom prst="chevron">
            <a:avLst>
              <a:gd name="adj" fmla="val 70610"/>
            </a:avLst>
          </a:prstGeom>
        </p:spPr>
        <p:style>
          <a:lnRef idx="1">
            <a:schemeClr val="accent6">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a:schemeClr val="lt1"/>
          </a:fontRef>
        </p:style>
      </p:sp>
      <p:sp>
        <p:nvSpPr>
          <p:cNvPr id="11" name="Arrow: Chevron 10">
            <a:extLst>
              <a:ext uri="{FF2B5EF4-FFF2-40B4-BE49-F238E27FC236}">
                <a16:creationId xmlns:a16="http://schemas.microsoft.com/office/drawing/2014/main" id="{4D52313F-4140-4A2F-7FEA-B03331CDAAB1}"/>
              </a:ext>
            </a:extLst>
          </p:cNvPr>
          <p:cNvSpPr/>
          <p:nvPr/>
        </p:nvSpPr>
        <p:spPr>
          <a:xfrm>
            <a:off x="6145555" y="5177222"/>
            <a:ext cx="1294178" cy="1024199"/>
          </a:xfrm>
          <a:prstGeom prst="chevron">
            <a:avLst>
              <a:gd name="adj" fmla="val 70610"/>
            </a:avLst>
          </a:prstGeom>
        </p:spPr>
        <p:style>
          <a:lnRef idx="1">
            <a:schemeClr val="accent4">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a:schemeClr val="lt1"/>
          </a:fontRef>
        </p:style>
      </p:sp>
      <p:sp>
        <p:nvSpPr>
          <p:cNvPr id="13" name="Arrow: Chevron 12">
            <a:extLst>
              <a:ext uri="{FF2B5EF4-FFF2-40B4-BE49-F238E27FC236}">
                <a16:creationId xmlns:a16="http://schemas.microsoft.com/office/drawing/2014/main" id="{9D42ECCA-1CCB-9834-EB0A-D4A7EB0EC00A}"/>
              </a:ext>
            </a:extLst>
          </p:cNvPr>
          <p:cNvSpPr/>
          <p:nvPr/>
        </p:nvSpPr>
        <p:spPr>
          <a:xfrm>
            <a:off x="6916212" y="5177222"/>
            <a:ext cx="1294178" cy="1024199"/>
          </a:xfrm>
          <a:prstGeom prst="chevron">
            <a:avLst>
              <a:gd name="adj" fmla="val 70610"/>
            </a:avLst>
          </a:prstGeom>
        </p:spPr>
        <p:style>
          <a:lnRef idx="1">
            <a:schemeClr val="accent5">
              <a:hueOff val="0"/>
              <a:satOff val="0"/>
              <a:lumOff val="0"/>
              <a:alphaOff val="0"/>
            </a:schemeClr>
          </a:lnRef>
          <a:fillRef idx="3">
            <a:schemeClr val="accent5">
              <a:hueOff val="0"/>
              <a:satOff val="0"/>
              <a:lumOff val="0"/>
              <a:alphaOff val="0"/>
            </a:schemeClr>
          </a:fillRef>
          <a:effectRef idx="3">
            <a:schemeClr val="accent5">
              <a:hueOff val="0"/>
              <a:satOff val="0"/>
              <a:lumOff val="0"/>
              <a:alphaOff val="0"/>
            </a:schemeClr>
          </a:effectRef>
          <a:fontRef idx="minor">
            <a:schemeClr val="lt1"/>
          </a:fontRef>
        </p:style>
      </p:sp>
      <p:sp>
        <p:nvSpPr>
          <p:cNvPr id="15" name="Arrow: Chevron 14">
            <a:extLst>
              <a:ext uri="{FF2B5EF4-FFF2-40B4-BE49-F238E27FC236}">
                <a16:creationId xmlns:a16="http://schemas.microsoft.com/office/drawing/2014/main" id="{653847F8-3FBD-A40F-7135-DD95FD3A4A47}"/>
              </a:ext>
            </a:extLst>
          </p:cNvPr>
          <p:cNvSpPr/>
          <p:nvPr/>
        </p:nvSpPr>
        <p:spPr>
          <a:xfrm>
            <a:off x="7681995" y="5177222"/>
            <a:ext cx="1294178" cy="1024199"/>
          </a:xfrm>
          <a:prstGeom prst="chevron">
            <a:avLst>
              <a:gd name="adj" fmla="val 70610"/>
            </a:avLst>
          </a:prstGeom>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6" name="Arrow: Chevron 15">
            <a:extLst>
              <a:ext uri="{FF2B5EF4-FFF2-40B4-BE49-F238E27FC236}">
                <a16:creationId xmlns:a16="http://schemas.microsoft.com/office/drawing/2014/main" id="{E91C1485-B29E-B44D-CDF0-3C5896D11529}"/>
              </a:ext>
            </a:extLst>
          </p:cNvPr>
          <p:cNvSpPr/>
          <p:nvPr/>
        </p:nvSpPr>
        <p:spPr>
          <a:xfrm>
            <a:off x="8481484" y="5177221"/>
            <a:ext cx="1294178" cy="1024199"/>
          </a:xfrm>
          <a:prstGeom prst="chevron">
            <a:avLst>
              <a:gd name="adj" fmla="val 70610"/>
            </a:avLst>
          </a:prstGeom>
          <a:solidFill>
            <a:srgbClr val="00B050"/>
          </a:solidFill>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7" name="Arrow: Chevron 16">
            <a:extLst>
              <a:ext uri="{FF2B5EF4-FFF2-40B4-BE49-F238E27FC236}">
                <a16:creationId xmlns:a16="http://schemas.microsoft.com/office/drawing/2014/main" id="{065EF2D9-699D-55FA-F5E4-15166B4B9EE1}"/>
              </a:ext>
            </a:extLst>
          </p:cNvPr>
          <p:cNvSpPr/>
          <p:nvPr/>
        </p:nvSpPr>
        <p:spPr>
          <a:xfrm>
            <a:off x="9276099" y="5177221"/>
            <a:ext cx="1294178" cy="1024199"/>
          </a:xfrm>
          <a:prstGeom prst="chevron">
            <a:avLst>
              <a:gd name="adj" fmla="val 70610"/>
            </a:avLst>
          </a:prstGeom>
          <a:solidFill>
            <a:schemeClr val="tx1">
              <a:lumMod val="95000"/>
              <a:lumOff val="5000"/>
            </a:schemeClr>
          </a:solidFill>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grpSp>
        <p:nvGrpSpPr>
          <p:cNvPr id="3" name="Group 2">
            <a:extLst>
              <a:ext uri="{FF2B5EF4-FFF2-40B4-BE49-F238E27FC236}">
                <a16:creationId xmlns:a16="http://schemas.microsoft.com/office/drawing/2014/main" id="{17C0567A-23C6-0D0D-7CFF-B1DF287A7257}"/>
              </a:ext>
            </a:extLst>
          </p:cNvPr>
          <p:cNvGrpSpPr/>
          <p:nvPr/>
        </p:nvGrpSpPr>
        <p:grpSpPr>
          <a:xfrm>
            <a:off x="5352113" y="5279644"/>
            <a:ext cx="5602576" cy="819359"/>
            <a:chOff x="307599" y="3838401"/>
            <a:chExt cx="5602576" cy="819359"/>
          </a:xfrm>
        </p:grpSpPr>
        <p:sp>
          <p:nvSpPr>
            <p:cNvPr id="4" name="Rectangle 3">
              <a:extLst>
                <a:ext uri="{FF2B5EF4-FFF2-40B4-BE49-F238E27FC236}">
                  <a16:creationId xmlns:a16="http://schemas.microsoft.com/office/drawing/2014/main" id="{9567B5CE-F3BC-3C63-CB1C-53EE444E58DB}"/>
                </a:ext>
              </a:extLst>
            </p:cNvPr>
            <p:cNvSpPr/>
            <p:nvPr/>
          </p:nvSpPr>
          <p:spPr>
            <a:xfrm>
              <a:off x="307599" y="3838401"/>
              <a:ext cx="5602576" cy="819359"/>
            </a:xfrm>
            <a:prstGeom prst="rect">
              <a:avLst/>
            </a:prstGeom>
          </p:spPr>
          <p:style>
            <a:lnRef idx="1">
              <a:schemeClr val="accent4">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sp>
          <p:nvSpPr>
            <p:cNvPr id="5" name="TextBox 4">
              <a:extLst>
                <a:ext uri="{FF2B5EF4-FFF2-40B4-BE49-F238E27FC236}">
                  <a16:creationId xmlns:a16="http://schemas.microsoft.com/office/drawing/2014/main" id="{E7B0889C-7190-DF63-2C78-FE76E8975502}"/>
                </a:ext>
              </a:extLst>
            </p:cNvPr>
            <p:cNvSpPr txBox="1"/>
            <p:nvPr/>
          </p:nvSpPr>
          <p:spPr>
            <a:xfrm>
              <a:off x="307599" y="3838401"/>
              <a:ext cx="5602576" cy="81935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l" defTabSz="1066800">
                <a:lnSpc>
                  <a:spcPct val="90000"/>
                </a:lnSpc>
                <a:spcBef>
                  <a:spcPct val="0"/>
                </a:spcBef>
                <a:spcAft>
                  <a:spcPct val="35000"/>
                </a:spcAft>
                <a:buNone/>
              </a:pPr>
              <a:r>
                <a:rPr lang="en-US" sz="3600" b="1" dirty="0"/>
                <a:t>PROTOTYPE</a:t>
              </a:r>
              <a:endParaRPr lang="en-US" sz="3600" b="1" kern="1200" dirty="0"/>
            </a:p>
          </p:txBody>
        </p:sp>
      </p:grpSp>
      <p:pic>
        <p:nvPicPr>
          <p:cNvPr id="19" name="Picture 18">
            <a:extLst>
              <a:ext uri="{FF2B5EF4-FFF2-40B4-BE49-F238E27FC236}">
                <a16:creationId xmlns:a16="http://schemas.microsoft.com/office/drawing/2014/main" id="{424A5E9E-9E2B-22AD-4786-497F732C8CA5}"/>
              </a:ext>
            </a:extLst>
          </p:cNvPr>
          <p:cNvPicPr>
            <a:picLocks noChangeAspect="1"/>
          </p:cNvPicPr>
          <p:nvPr/>
        </p:nvPicPr>
        <p:blipFill>
          <a:blip r:embed="rId9"/>
          <a:stretch>
            <a:fillRect/>
          </a:stretch>
        </p:blipFill>
        <p:spPr>
          <a:xfrm>
            <a:off x="-562214" y="5419115"/>
            <a:ext cx="2749971" cy="1564609"/>
          </a:xfrm>
          <a:prstGeom prst="rect">
            <a:avLst/>
          </a:prstGeom>
        </p:spPr>
      </p:pic>
    </p:spTree>
    <p:extLst>
      <p:ext uri="{BB962C8B-B14F-4D97-AF65-F5344CB8AC3E}">
        <p14:creationId xmlns:p14="http://schemas.microsoft.com/office/powerpoint/2010/main" val="401296699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a:extLst>
            <a:ext uri="{FF2B5EF4-FFF2-40B4-BE49-F238E27FC236}">
              <a16:creationId xmlns:a16="http://schemas.microsoft.com/office/drawing/2014/main" id="{ABAA3168-3499-9C52-DEAF-1238AB3DDAB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CE58C9-75DA-CD0E-BF6A-4297C0304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AD6BCA-CBA2-09F5-38B1-AD9D8B504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1B0E91D-D25B-CC8B-35B7-151AD7C7B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05D8F1A-8930-EC8F-4400-A46FFAF3FD75}"/>
              </a:ext>
            </a:extLst>
          </p:cNvPr>
          <p:cNvSpPr>
            <a:spLocks noGrp="1"/>
          </p:cNvSpPr>
          <p:nvPr>
            <p:ph type="title"/>
          </p:nvPr>
        </p:nvSpPr>
        <p:spPr>
          <a:xfrm>
            <a:off x="952108" y="954756"/>
            <a:ext cx="2730414" cy="4946003"/>
          </a:xfrm>
        </p:spPr>
        <p:txBody>
          <a:bodyPr>
            <a:normAutofit/>
          </a:bodyPr>
          <a:lstStyle/>
          <a:p>
            <a:r>
              <a:rPr lang="en-US" sz="2800" b="1" dirty="0">
                <a:solidFill>
                  <a:srgbClr val="FFFF00"/>
                </a:solidFill>
              </a:rPr>
              <a:t>7 TYPES OF DESIGN PATTERNS COMES UNDER STRUCTURAL</a:t>
            </a:r>
          </a:p>
        </p:txBody>
      </p:sp>
      <p:sp>
        <p:nvSpPr>
          <p:cNvPr id="14" name="Rectangle 13">
            <a:extLst>
              <a:ext uri="{FF2B5EF4-FFF2-40B4-BE49-F238E27FC236}">
                <a16:creationId xmlns:a16="http://schemas.microsoft.com/office/drawing/2014/main" id="{BDE00621-CA9A-DE96-5C8F-4230848D9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ontent Placeholder 6" descr="SmartArt">
            <a:extLst>
              <a:ext uri="{FF2B5EF4-FFF2-40B4-BE49-F238E27FC236}">
                <a16:creationId xmlns:a16="http://schemas.microsoft.com/office/drawing/2014/main" id="{87BDE385-F270-3628-3902-FED8B9C25CF2}"/>
              </a:ext>
            </a:extLst>
          </p:cNvPr>
          <p:cNvGraphicFramePr>
            <a:graphicFrameLocks noGrp="1"/>
          </p:cNvGraphicFramePr>
          <p:nvPr>
            <p:ph idx="1"/>
            <p:extLst>
              <p:ext uri="{D42A27DB-BD31-4B8C-83A1-F6EECF244321}">
                <p14:modId xmlns:p14="http://schemas.microsoft.com/office/powerpoint/2010/main" val="3066731733"/>
              </p:ext>
            </p:extLst>
          </p:nvPr>
        </p:nvGraphicFramePr>
        <p:xfrm>
          <a:off x="5049105" y="359229"/>
          <a:ext cx="6575425" cy="60288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487E27B9-3565-D3BD-A3A8-0567AE95BD10}"/>
              </a:ext>
            </a:extLst>
          </p:cNvPr>
          <p:cNvPicPr>
            <a:picLocks noChangeAspect="1"/>
          </p:cNvPicPr>
          <p:nvPr/>
        </p:nvPicPr>
        <p:blipFill>
          <a:blip r:embed="rId9"/>
          <a:stretch>
            <a:fillRect/>
          </a:stretch>
        </p:blipFill>
        <p:spPr>
          <a:xfrm>
            <a:off x="-579097" y="5437702"/>
            <a:ext cx="2749971" cy="1564609"/>
          </a:xfrm>
          <a:prstGeom prst="rect">
            <a:avLst/>
          </a:prstGeom>
        </p:spPr>
      </p:pic>
    </p:spTree>
    <p:extLst>
      <p:ext uri="{BB962C8B-B14F-4D97-AF65-F5344CB8AC3E}">
        <p14:creationId xmlns:p14="http://schemas.microsoft.com/office/powerpoint/2010/main" val="2845445458"/>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a:extLst>
            <a:ext uri="{FF2B5EF4-FFF2-40B4-BE49-F238E27FC236}">
              <a16:creationId xmlns:a16="http://schemas.microsoft.com/office/drawing/2014/main" id="{D180A6BA-0A0C-C5F0-9AC7-DB50CA69ACF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E20254-4113-812E-D2CD-DB38AB1A5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33B014C-0712-92E6-B93A-F564F50AE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632DE0F-A8DA-3FE9-8A71-A85A2DF75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19C5649-5823-801E-7A78-FF7CB1339F34}"/>
              </a:ext>
            </a:extLst>
          </p:cNvPr>
          <p:cNvSpPr>
            <a:spLocks noGrp="1"/>
          </p:cNvSpPr>
          <p:nvPr>
            <p:ph type="title"/>
          </p:nvPr>
        </p:nvSpPr>
        <p:spPr>
          <a:xfrm>
            <a:off x="952108" y="954756"/>
            <a:ext cx="2730414" cy="4946003"/>
          </a:xfrm>
        </p:spPr>
        <p:txBody>
          <a:bodyPr>
            <a:normAutofit/>
          </a:bodyPr>
          <a:lstStyle/>
          <a:p>
            <a:r>
              <a:rPr lang="en-US" sz="2800" b="1" dirty="0">
                <a:solidFill>
                  <a:schemeClr val="accent6"/>
                </a:solidFill>
              </a:rPr>
              <a:t>11 TYPES OF DESIGN PATTERNS COMES UNDER BEHAVIORAL</a:t>
            </a:r>
          </a:p>
        </p:txBody>
      </p:sp>
      <p:sp>
        <p:nvSpPr>
          <p:cNvPr id="14" name="Rectangle 13">
            <a:extLst>
              <a:ext uri="{FF2B5EF4-FFF2-40B4-BE49-F238E27FC236}">
                <a16:creationId xmlns:a16="http://schemas.microsoft.com/office/drawing/2014/main" id="{341FC095-0EAB-552D-919D-C92F0D7A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ontent Placeholder 6" descr="SmartArt">
            <a:extLst>
              <a:ext uri="{FF2B5EF4-FFF2-40B4-BE49-F238E27FC236}">
                <a16:creationId xmlns:a16="http://schemas.microsoft.com/office/drawing/2014/main" id="{E03EB964-37A1-8C6E-3F4E-3F108B38F736}"/>
              </a:ext>
            </a:extLst>
          </p:cNvPr>
          <p:cNvGraphicFramePr>
            <a:graphicFrameLocks noGrp="1"/>
          </p:cNvGraphicFramePr>
          <p:nvPr>
            <p:ph idx="1"/>
            <p:extLst>
              <p:ext uri="{D42A27DB-BD31-4B8C-83A1-F6EECF244321}">
                <p14:modId xmlns:p14="http://schemas.microsoft.com/office/powerpoint/2010/main" val="4290531376"/>
              </p:ext>
            </p:extLst>
          </p:nvPr>
        </p:nvGraphicFramePr>
        <p:xfrm>
          <a:off x="3831771" y="314443"/>
          <a:ext cx="7885565" cy="62266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502DEFF5-5055-A751-C7FA-B7162C0E3A9F}"/>
              </a:ext>
            </a:extLst>
          </p:cNvPr>
          <p:cNvPicPr>
            <a:picLocks noChangeAspect="1"/>
          </p:cNvPicPr>
          <p:nvPr/>
        </p:nvPicPr>
        <p:blipFill>
          <a:blip r:embed="rId9"/>
          <a:stretch>
            <a:fillRect/>
          </a:stretch>
        </p:blipFill>
        <p:spPr>
          <a:xfrm>
            <a:off x="-572127" y="5400434"/>
            <a:ext cx="2749971" cy="1564609"/>
          </a:xfrm>
          <a:prstGeom prst="rect">
            <a:avLst/>
          </a:prstGeom>
        </p:spPr>
      </p:pic>
    </p:spTree>
    <p:extLst>
      <p:ext uri="{BB962C8B-B14F-4D97-AF65-F5344CB8AC3E}">
        <p14:creationId xmlns:p14="http://schemas.microsoft.com/office/powerpoint/2010/main" val="353038123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954E3F-C90F-4AED-8C5E-30BBC9987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5F274D6-81B5-4350-AFD5-014504FF5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F200E9-8116-4990-B241-6223D73CDEC5}"/>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 STARTGEY DESIGN PATTERN</a:t>
            </a:r>
            <a:br>
              <a:rPr lang="en-US" sz="2000" dirty="0">
                <a:solidFill>
                  <a:srgbClr val="262626"/>
                </a:solidFill>
              </a:rPr>
            </a:br>
            <a:r>
              <a:rPr lang="en-US" sz="2000" dirty="0"/>
              <a:t>DEFINES A FAMILY OF ALGORITHM, PUT THEM INTO SEPARATE CLASSES SO THAT THEY CAN BE CHANGED AT RUN TIME.</a:t>
            </a:r>
            <a:br>
              <a:rPr lang="en-US" sz="2000" dirty="0"/>
            </a:br>
            <a:r>
              <a:rPr lang="en-US" sz="2000" dirty="0">
                <a:solidFill>
                  <a:schemeClr val="tx1"/>
                </a:solidFill>
              </a:rPr>
              <a:t> </a:t>
            </a:r>
          </a:p>
        </p:txBody>
      </p:sp>
      <p:sp useBgFill="1">
        <p:nvSpPr>
          <p:cNvPr id="12" name="Rectangle 11">
            <a:extLst>
              <a:ext uri="{FF2B5EF4-FFF2-40B4-BE49-F238E27FC236}">
                <a16:creationId xmlns:a16="http://schemas.microsoft.com/office/drawing/2014/main" id="{8D21268E-FF5E-4624-BB9D-B825216E9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2819B5D-60BA-4995-92D8-FC547E604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7" name="Picture 6">
            <a:extLst>
              <a:ext uri="{FF2B5EF4-FFF2-40B4-BE49-F238E27FC236}">
                <a16:creationId xmlns:a16="http://schemas.microsoft.com/office/drawing/2014/main" id="{7751A683-C52D-F367-B273-7A2496BE2D01}"/>
              </a:ext>
            </a:extLst>
          </p:cNvPr>
          <p:cNvPicPr>
            <a:picLocks noChangeAspect="1"/>
          </p:cNvPicPr>
          <p:nvPr/>
        </p:nvPicPr>
        <p:blipFill>
          <a:blip r:embed="rId3"/>
          <a:stretch>
            <a:fillRect/>
          </a:stretch>
        </p:blipFill>
        <p:spPr>
          <a:xfrm>
            <a:off x="4561114" y="0"/>
            <a:ext cx="7630886" cy="6857998"/>
          </a:xfrm>
          <a:prstGeom prst="rect">
            <a:avLst/>
          </a:prstGeom>
        </p:spPr>
      </p:pic>
      <p:pic>
        <p:nvPicPr>
          <p:cNvPr id="11" name="Picture 10">
            <a:extLst>
              <a:ext uri="{FF2B5EF4-FFF2-40B4-BE49-F238E27FC236}">
                <a16:creationId xmlns:a16="http://schemas.microsoft.com/office/drawing/2014/main" id="{59C76C86-02BB-11AD-DCBC-0742732B1F63}"/>
              </a:ext>
            </a:extLst>
          </p:cNvPr>
          <p:cNvPicPr>
            <a:picLocks noChangeAspect="1"/>
          </p:cNvPicPr>
          <p:nvPr/>
        </p:nvPicPr>
        <p:blipFill>
          <a:blip r:embed="rId4"/>
          <a:stretch>
            <a:fillRect/>
          </a:stretch>
        </p:blipFill>
        <p:spPr>
          <a:xfrm>
            <a:off x="-572127" y="5400434"/>
            <a:ext cx="2749971" cy="1564609"/>
          </a:xfrm>
          <a:prstGeom prst="rect">
            <a:avLst/>
          </a:prstGeom>
        </p:spPr>
      </p:pic>
    </p:spTree>
    <p:extLst>
      <p:ext uri="{BB962C8B-B14F-4D97-AF65-F5344CB8AC3E}">
        <p14:creationId xmlns:p14="http://schemas.microsoft.com/office/powerpoint/2010/main" val="16150596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05260D8F-ACBB-4220-9E8F-A102CFB1C55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18A2497-5C1B-B325-7BCF-E617F87F3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5843DE1-C58A-CA0E-4B39-67D3E7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4FEAAB-2FF7-CDA9-5615-A7D5BA4D005A}"/>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bg1"/>
                </a:solidFill>
              </a:rPr>
              <a:t>EXAMPLE UML</a:t>
            </a:r>
          </a:p>
        </p:txBody>
      </p:sp>
      <p:sp useBgFill="1">
        <p:nvSpPr>
          <p:cNvPr id="12" name="Rectangle 11">
            <a:extLst>
              <a:ext uri="{FF2B5EF4-FFF2-40B4-BE49-F238E27FC236}">
                <a16:creationId xmlns:a16="http://schemas.microsoft.com/office/drawing/2014/main" id="{4CB1F765-12B1-A5BD-ECC8-58757E9A27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D0102C-0A08-21CF-A78F-ECE2AB9D7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1DFA650A-B6A2-8259-1998-327DB09AF1F8}"/>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D6484075-6362-51BA-2EB5-080F9E5C8DC8}"/>
              </a:ext>
            </a:extLst>
          </p:cNvPr>
          <p:cNvPicPr>
            <a:picLocks noChangeAspect="1"/>
          </p:cNvPicPr>
          <p:nvPr/>
        </p:nvPicPr>
        <p:blipFill>
          <a:blip r:embed="rId4"/>
          <a:stretch>
            <a:fillRect/>
          </a:stretch>
        </p:blipFill>
        <p:spPr>
          <a:xfrm>
            <a:off x="4152487" y="0"/>
            <a:ext cx="8039513" cy="6857998"/>
          </a:xfrm>
          <a:prstGeom prst="rect">
            <a:avLst/>
          </a:prstGeom>
        </p:spPr>
      </p:pic>
    </p:spTree>
    <p:extLst>
      <p:ext uri="{BB962C8B-B14F-4D97-AF65-F5344CB8AC3E}">
        <p14:creationId xmlns:p14="http://schemas.microsoft.com/office/powerpoint/2010/main" val="2401737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B466-6DAD-F427-58A5-D3AD96F0C6D2}"/>
              </a:ext>
            </a:extLst>
          </p:cNvPr>
          <p:cNvSpPr>
            <a:spLocks noGrp="1"/>
          </p:cNvSpPr>
          <p:nvPr>
            <p:ph type="title"/>
          </p:nvPr>
        </p:nvSpPr>
        <p:spPr/>
        <p:txBody>
          <a:bodyPr/>
          <a:lstStyle/>
          <a:p>
            <a:r>
              <a:rPr lang="en-US" dirty="0"/>
              <a:t>2. FACTORY DESIGN PATTERN</a:t>
            </a:r>
            <a:endParaRPr lang="en-GB" dirty="0"/>
          </a:p>
        </p:txBody>
      </p:sp>
      <p:sp>
        <p:nvSpPr>
          <p:cNvPr id="3" name="Content Placeholder 2">
            <a:extLst>
              <a:ext uri="{FF2B5EF4-FFF2-40B4-BE49-F238E27FC236}">
                <a16:creationId xmlns:a16="http://schemas.microsoft.com/office/drawing/2014/main" id="{8F8FCC69-B617-52C4-5DD5-CE882076F278}"/>
              </a:ext>
            </a:extLst>
          </p:cNvPr>
          <p:cNvSpPr>
            <a:spLocks noGrp="1"/>
          </p:cNvSpPr>
          <p:nvPr>
            <p:ph idx="1"/>
          </p:nvPr>
        </p:nvSpPr>
        <p:spPr/>
        <p:txBody>
          <a:bodyPr/>
          <a:lstStyle/>
          <a:p>
            <a:r>
              <a:rPr lang="en-US" dirty="0"/>
              <a:t>THERE ARE THREE TYPES OF FACTORY DESIGN METHOD :- </a:t>
            </a:r>
          </a:p>
          <a:p>
            <a:r>
              <a:rPr lang="en-US" dirty="0"/>
              <a:t>              I. SIMPLE FACTORY</a:t>
            </a:r>
          </a:p>
          <a:p>
            <a:r>
              <a:rPr lang="en-US" dirty="0"/>
              <a:t>              II. FACTORY METHOD</a:t>
            </a:r>
          </a:p>
          <a:p>
            <a:r>
              <a:rPr lang="en-US" dirty="0"/>
              <a:t>              III. ABSTRACT FACTORY METHOD</a:t>
            </a:r>
            <a:endParaRPr lang="en-GB" dirty="0"/>
          </a:p>
        </p:txBody>
      </p:sp>
      <p:pic>
        <p:nvPicPr>
          <p:cNvPr id="5" name="Picture 4">
            <a:extLst>
              <a:ext uri="{FF2B5EF4-FFF2-40B4-BE49-F238E27FC236}">
                <a16:creationId xmlns:a16="http://schemas.microsoft.com/office/drawing/2014/main" id="{1905923C-D163-82EF-D7F8-5B2D39F8A833}"/>
              </a:ext>
            </a:extLst>
          </p:cNvPr>
          <p:cNvPicPr>
            <a:picLocks noChangeAspect="1"/>
          </p:cNvPicPr>
          <p:nvPr/>
        </p:nvPicPr>
        <p:blipFill>
          <a:blip r:embed="rId2"/>
          <a:stretch>
            <a:fillRect/>
          </a:stretch>
        </p:blipFill>
        <p:spPr>
          <a:xfrm>
            <a:off x="-572127" y="5400434"/>
            <a:ext cx="2749971" cy="1564609"/>
          </a:xfrm>
          <a:prstGeom prst="rect">
            <a:avLst/>
          </a:prstGeom>
        </p:spPr>
      </p:pic>
    </p:spTree>
    <p:extLst>
      <p:ext uri="{BB962C8B-B14F-4D97-AF65-F5344CB8AC3E}">
        <p14:creationId xmlns:p14="http://schemas.microsoft.com/office/powerpoint/2010/main" val="3153227498"/>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68E4D60F-DFC1-8B04-120A-FC0EC2C088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80D161-3633-C3B9-807E-DE45D2E58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FD0F665-3DE5-69CA-F2C4-2EC2F01B3E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D670C2-2E8E-42B8-8926-2B2F514B3DD8}"/>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I. SIMPLE FACTORY</a:t>
            </a:r>
            <a:br>
              <a:rPr lang="en-US" sz="2000" dirty="0">
                <a:solidFill>
                  <a:srgbClr val="262626"/>
                </a:solidFill>
              </a:rPr>
            </a:br>
            <a:r>
              <a:rPr lang="en-US" sz="2000" dirty="0"/>
              <a:t>A FACTORY CLASS THAT DECIDES WHICH CONCRETE CLASS TO INSTANTIATE.</a:t>
            </a:r>
            <a:r>
              <a:rPr lang="en-US" sz="2000" dirty="0">
                <a:solidFill>
                  <a:schemeClr val="tx1"/>
                </a:solidFill>
              </a:rPr>
              <a:t> </a:t>
            </a:r>
          </a:p>
        </p:txBody>
      </p:sp>
      <p:sp useBgFill="1">
        <p:nvSpPr>
          <p:cNvPr id="12" name="Rectangle 11">
            <a:extLst>
              <a:ext uri="{FF2B5EF4-FFF2-40B4-BE49-F238E27FC236}">
                <a16:creationId xmlns:a16="http://schemas.microsoft.com/office/drawing/2014/main" id="{432C3DCD-F9B0-0EBD-E553-CB7AC1B31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831E8B-8718-C014-EB10-E424099CB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21FBA6EF-ABCE-3013-FB05-4776DC7A7B7F}"/>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17AE5FD4-68DD-D3E3-8E0A-B4627200B8C5}"/>
              </a:ext>
            </a:extLst>
          </p:cNvPr>
          <p:cNvPicPr>
            <a:picLocks noChangeAspect="1"/>
          </p:cNvPicPr>
          <p:nvPr/>
        </p:nvPicPr>
        <p:blipFill>
          <a:blip r:embed="rId4"/>
          <a:stretch>
            <a:fillRect/>
          </a:stretch>
        </p:blipFill>
        <p:spPr>
          <a:xfrm>
            <a:off x="4654296" y="0"/>
            <a:ext cx="7537704" cy="6857997"/>
          </a:xfrm>
          <a:prstGeom prst="rect">
            <a:avLst/>
          </a:prstGeom>
        </p:spPr>
      </p:pic>
    </p:spTree>
    <p:extLst>
      <p:ext uri="{BB962C8B-B14F-4D97-AF65-F5344CB8AC3E}">
        <p14:creationId xmlns:p14="http://schemas.microsoft.com/office/powerpoint/2010/main" val="39989772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AEA9-DD1C-BFEC-AA32-17D312C2E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94D5E-E111-B854-F5E4-CE2027DA5956}"/>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tx1"/>
                </a:solidFill>
              </a:rPr>
              <a:t>EXAMPLE UML</a:t>
            </a:r>
          </a:p>
        </p:txBody>
      </p:sp>
      <p:pic>
        <p:nvPicPr>
          <p:cNvPr id="11" name="Picture 10">
            <a:extLst>
              <a:ext uri="{FF2B5EF4-FFF2-40B4-BE49-F238E27FC236}">
                <a16:creationId xmlns:a16="http://schemas.microsoft.com/office/drawing/2014/main" id="{B30E2FF6-EB4F-86D0-89EB-DE3568F2EB90}"/>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C0E2AAFD-7151-DAD8-C61D-178BB6E28C3B}"/>
              </a:ext>
            </a:extLst>
          </p:cNvPr>
          <p:cNvPicPr>
            <a:picLocks noChangeAspect="1"/>
          </p:cNvPicPr>
          <p:nvPr/>
        </p:nvPicPr>
        <p:blipFill>
          <a:blip r:embed="rId4"/>
          <a:stretch>
            <a:fillRect/>
          </a:stretch>
        </p:blipFill>
        <p:spPr>
          <a:xfrm>
            <a:off x="3755571" y="0"/>
            <a:ext cx="8436429" cy="6857998"/>
          </a:xfrm>
          <a:prstGeom prst="rect">
            <a:avLst/>
          </a:prstGeom>
        </p:spPr>
      </p:pic>
    </p:spTree>
    <p:extLst>
      <p:ext uri="{BB962C8B-B14F-4D97-AF65-F5344CB8AC3E}">
        <p14:creationId xmlns:p14="http://schemas.microsoft.com/office/powerpoint/2010/main" val="3542091959"/>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9AB909FF-FC0F-F46B-D565-EBB4749C9E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687C5D-9093-596C-8ED5-FDED268E6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19B5C77-2B58-7FB8-8D91-81B20F403F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8EAA35-34F5-5F0E-17D6-199C5F69BE99}"/>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II. FACTORY METHOD</a:t>
            </a:r>
            <a:br>
              <a:rPr lang="en-US" sz="2000" dirty="0">
                <a:solidFill>
                  <a:srgbClr val="262626"/>
                </a:solidFill>
              </a:rPr>
            </a:br>
            <a:r>
              <a:rPr lang="en-US" sz="2000" dirty="0"/>
              <a:t>DEFINES AN INTERFACE FOR CREATING OBJECTS BUT ALLOWS SUBCLASSES</a:t>
            </a:r>
            <a:br>
              <a:rPr lang="en-US" sz="2000" dirty="0"/>
            </a:br>
            <a:r>
              <a:rPr lang="en-US" sz="2000" dirty="0"/>
              <a:t>TO DECIDES WHICH CLASS TO INSTANTIATE.</a:t>
            </a:r>
            <a:r>
              <a:rPr lang="en-US" sz="2000" dirty="0">
                <a:solidFill>
                  <a:schemeClr val="tx1"/>
                </a:solidFill>
              </a:rPr>
              <a:t> </a:t>
            </a:r>
          </a:p>
        </p:txBody>
      </p:sp>
      <p:sp useBgFill="1">
        <p:nvSpPr>
          <p:cNvPr id="12" name="Rectangle 11">
            <a:extLst>
              <a:ext uri="{FF2B5EF4-FFF2-40B4-BE49-F238E27FC236}">
                <a16:creationId xmlns:a16="http://schemas.microsoft.com/office/drawing/2014/main" id="{0F05CB0E-AB24-8C4F-66D9-5D0E59354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8D9AC77-F347-C79A-2417-FCA07DF24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B8683379-84D1-921A-5982-DD316A53C4F1}"/>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E6D0C000-D500-0CFF-22AB-D22451BA5A0D}"/>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2289706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56992-7567-3A22-1C7D-EB97D37D1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76DEC-638D-F3E0-DF1D-BB60371B92E9}"/>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tx1"/>
                </a:solidFill>
              </a:rPr>
              <a:t>EXAMPLE UML</a:t>
            </a:r>
          </a:p>
        </p:txBody>
      </p:sp>
      <p:pic>
        <p:nvPicPr>
          <p:cNvPr id="11" name="Picture 10">
            <a:extLst>
              <a:ext uri="{FF2B5EF4-FFF2-40B4-BE49-F238E27FC236}">
                <a16:creationId xmlns:a16="http://schemas.microsoft.com/office/drawing/2014/main" id="{B2B23DD8-6CE4-DAC6-1AA0-909F0E79EF23}"/>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5B30A98D-B3A4-3472-B7D8-62879DF7AB9B}"/>
              </a:ext>
            </a:extLst>
          </p:cNvPr>
          <p:cNvPicPr>
            <a:picLocks noChangeAspect="1"/>
          </p:cNvPicPr>
          <p:nvPr/>
        </p:nvPicPr>
        <p:blipFill>
          <a:blip r:embed="rId4"/>
          <a:stretch>
            <a:fillRect/>
          </a:stretch>
        </p:blipFill>
        <p:spPr>
          <a:xfrm>
            <a:off x="3722914" y="0"/>
            <a:ext cx="8469086" cy="6858000"/>
          </a:xfrm>
          <a:prstGeom prst="rect">
            <a:avLst/>
          </a:prstGeom>
        </p:spPr>
      </p:pic>
    </p:spTree>
    <p:extLst>
      <p:ext uri="{BB962C8B-B14F-4D97-AF65-F5344CB8AC3E}">
        <p14:creationId xmlns:p14="http://schemas.microsoft.com/office/powerpoint/2010/main" val="2414549811"/>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FFC95996-C0FA-EB39-830D-5E8319D643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F03330-8B44-DCD6-23F8-27DFFE38D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A243490-FF2B-7604-8720-AA30D451D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EEB914-B6A5-83A5-EE26-36DE1E7D0D09}"/>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chemeClr val="bg2"/>
                </a:solidFill>
              </a:rPr>
              <a:t>III. ABSTRACT FACTORY METHOD</a:t>
            </a:r>
            <a:br>
              <a:rPr lang="en-US" sz="2000" dirty="0">
                <a:solidFill>
                  <a:schemeClr val="tx1"/>
                </a:solidFill>
              </a:rPr>
            </a:br>
            <a:r>
              <a:rPr lang="en-US" sz="2000" dirty="0">
                <a:solidFill>
                  <a:schemeClr val="tx1"/>
                </a:solidFill>
              </a:rPr>
              <a:t>PROVIDES AN INTERFACE FOR CREATING FAMILIES OF RELATED OBJECTS </a:t>
            </a:r>
            <a:br>
              <a:rPr lang="en-US" sz="2000" dirty="0">
                <a:solidFill>
                  <a:schemeClr val="tx1"/>
                </a:solidFill>
              </a:rPr>
            </a:br>
            <a:r>
              <a:rPr lang="en-US" sz="2000" dirty="0">
                <a:solidFill>
                  <a:schemeClr val="tx1"/>
                </a:solidFill>
              </a:rPr>
              <a:t>WITHOUT SPECIFYING THERE CONCRETE CLASSES.</a:t>
            </a:r>
            <a:br>
              <a:rPr lang="en-US" sz="2000" dirty="0">
                <a:solidFill>
                  <a:schemeClr val="tx1"/>
                </a:solidFill>
              </a:rPr>
            </a:br>
            <a:endParaRPr lang="en-US" sz="2000" dirty="0">
              <a:solidFill>
                <a:schemeClr val="tx1"/>
              </a:solidFill>
            </a:endParaRPr>
          </a:p>
        </p:txBody>
      </p:sp>
      <p:sp useBgFill="1">
        <p:nvSpPr>
          <p:cNvPr id="12" name="Rectangle 11">
            <a:extLst>
              <a:ext uri="{FF2B5EF4-FFF2-40B4-BE49-F238E27FC236}">
                <a16:creationId xmlns:a16="http://schemas.microsoft.com/office/drawing/2014/main" id="{3A9E2C47-A3F3-C10A-7F52-105DD9BDE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D9CFC50-CB9B-3420-F25C-A77C2BCA6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82049841-3CC2-1C69-EAFE-C1B094E573B5}"/>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B8D0177E-7185-0241-6495-9633EF7D6E30}"/>
              </a:ext>
            </a:extLst>
          </p:cNvPr>
          <p:cNvPicPr>
            <a:picLocks noChangeAspect="1"/>
          </p:cNvPicPr>
          <p:nvPr/>
        </p:nvPicPr>
        <p:blipFill>
          <a:blip r:embed="rId4"/>
          <a:stretch>
            <a:fillRect/>
          </a:stretch>
        </p:blipFill>
        <p:spPr>
          <a:xfrm>
            <a:off x="4654296" y="0"/>
            <a:ext cx="7537704" cy="6857997"/>
          </a:xfrm>
          <a:prstGeom prst="rect">
            <a:avLst/>
          </a:prstGeom>
        </p:spPr>
      </p:pic>
    </p:spTree>
    <p:extLst>
      <p:ext uri="{BB962C8B-B14F-4D97-AF65-F5344CB8AC3E}">
        <p14:creationId xmlns:p14="http://schemas.microsoft.com/office/powerpoint/2010/main" val="3139223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C8BB-FC36-507E-0EBC-42652BACC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78CCA-AD49-B45B-C3BF-AD97FA81C9BE}"/>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tx1"/>
                </a:solidFill>
              </a:rPr>
              <a:t>EXAMPLE UML</a:t>
            </a:r>
          </a:p>
        </p:txBody>
      </p:sp>
      <p:pic>
        <p:nvPicPr>
          <p:cNvPr id="11" name="Picture 10">
            <a:extLst>
              <a:ext uri="{FF2B5EF4-FFF2-40B4-BE49-F238E27FC236}">
                <a16:creationId xmlns:a16="http://schemas.microsoft.com/office/drawing/2014/main" id="{17B01B1C-6CC6-9C6D-2535-4CA784B8F2D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902ADB86-B535-2909-7917-431D5C74BF60}"/>
              </a:ext>
            </a:extLst>
          </p:cNvPr>
          <p:cNvPicPr>
            <a:picLocks noChangeAspect="1"/>
          </p:cNvPicPr>
          <p:nvPr/>
        </p:nvPicPr>
        <p:blipFill>
          <a:blip r:embed="rId4"/>
          <a:stretch>
            <a:fillRect/>
          </a:stretch>
        </p:blipFill>
        <p:spPr>
          <a:xfrm>
            <a:off x="3722914" y="0"/>
            <a:ext cx="8469086" cy="6858000"/>
          </a:xfrm>
          <a:prstGeom prst="rect">
            <a:avLst/>
          </a:prstGeom>
        </p:spPr>
      </p:pic>
    </p:spTree>
    <p:extLst>
      <p:ext uri="{BB962C8B-B14F-4D97-AF65-F5344CB8AC3E}">
        <p14:creationId xmlns:p14="http://schemas.microsoft.com/office/powerpoint/2010/main" val="2585735789"/>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8B57-B3EE-B502-4638-732261E83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7A2BD-A1B1-8B5C-20AE-33DC75215F12}"/>
              </a:ext>
            </a:extLst>
          </p:cNvPr>
          <p:cNvSpPr>
            <a:spLocks noGrp="1"/>
          </p:cNvSpPr>
          <p:nvPr>
            <p:ph type="title"/>
          </p:nvPr>
        </p:nvSpPr>
        <p:spPr/>
        <p:txBody>
          <a:bodyPr/>
          <a:lstStyle/>
          <a:p>
            <a:r>
              <a:rPr lang="en-US" dirty="0"/>
              <a:t>3. SINGLETON DESIGN PATTERN</a:t>
            </a:r>
            <a:endParaRPr lang="en-GB" dirty="0"/>
          </a:p>
        </p:txBody>
      </p:sp>
      <p:sp>
        <p:nvSpPr>
          <p:cNvPr id="3" name="Content Placeholder 2">
            <a:extLst>
              <a:ext uri="{FF2B5EF4-FFF2-40B4-BE49-F238E27FC236}">
                <a16:creationId xmlns:a16="http://schemas.microsoft.com/office/drawing/2014/main" id="{4979A20C-1D71-AE21-E9D8-CC7712FF129A}"/>
              </a:ext>
            </a:extLst>
          </p:cNvPr>
          <p:cNvSpPr>
            <a:spLocks noGrp="1"/>
          </p:cNvSpPr>
          <p:nvPr>
            <p:ph idx="1"/>
          </p:nvPr>
        </p:nvSpPr>
        <p:spPr>
          <a:xfrm>
            <a:off x="1295400" y="2556932"/>
            <a:ext cx="9982199" cy="3318936"/>
          </a:xfrm>
        </p:spPr>
        <p:txBody>
          <a:bodyPr>
            <a:normAutofit fontScale="92500" lnSpcReduction="10000"/>
          </a:bodyPr>
          <a:lstStyle/>
          <a:p>
            <a:r>
              <a:rPr lang="en-US" dirty="0"/>
              <a:t>SINGLETON IS  A SPECIAL TYPE OF CLASS, BY USING WHICH WE CREATE ONLY ONE</a:t>
            </a:r>
          </a:p>
          <a:p>
            <a:r>
              <a:rPr lang="en-US" dirty="0"/>
              <a:t>OBJECT / INSTANCE. NO MULTIPLE OBJECTS.</a:t>
            </a:r>
          </a:p>
          <a:p>
            <a:endParaRPr lang="en-US" dirty="0"/>
          </a:p>
          <a:p>
            <a:r>
              <a:rPr lang="en-US" dirty="0"/>
              <a:t>FOR SINGLETON DESIGN PATTERN :</a:t>
            </a:r>
          </a:p>
          <a:p>
            <a:r>
              <a:rPr lang="en-US" dirty="0"/>
              <a:t>         -&gt; CREATE A PRIVATE CONSTRUCTOR</a:t>
            </a:r>
          </a:p>
          <a:p>
            <a:r>
              <a:rPr lang="en-US" dirty="0"/>
              <a:t>         -&gt; CREATE A STATIC INSTANCE THAT RETURN THE SAME INSTANCE EVERY TIME</a:t>
            </a:r>
            <a:endParaRPr lang="en-GB" dirty="0"/>
          </a:p>
        </p:txBody>
      </p:sp>
      <p:pic>
        <p:nvPicPr>
          <p:cNvPr id="5" name="Picture 4">
            <a:extLst>
              <a:ext uri="{FF2B5EF4-FFF2-40B4-BE49-F238E27FC236}">
                <a16:creationId xmlns:a16="http://schemas.microsoft.com/office/drawing/2014/main" id="{9AA84800-D9C5-3926-DE2D-DA949DD1B6FB}"/>
              </a:ext>
            </a:extLst>
          </p:cNvPr>
          <p:cNvPicPr>
            <a:picLocks noChangeAspect="1"/>
          </p:cNvPicPr>
          <p:nvPr/>
        </p:nvPicPr>
        <p:blipFill>
          <a:blip r:embed="rId2"/>
          <a:stretch>
            <a:fillRect/>
          </a:stretch>
        </p:blipFill>
        <p:spPr>
          <a:xfrm>
            <a:off x="-572127" y="5400434"/>
            <a:ext cx="2749971" cy="1564609"/>
          </a:xfrm>
          <a:prstGeom prst="rect">
            <a:avLst/>
          </a:prstGeom>
        </p:spPr>
      </p:pic>
    </p:spTree>
    <p:extLst>
      <p:ext uri="{BB962C8B-B14F-4D97-AF65-F5344CB8AC3E}">
        <p14:creationId xmlns:p14="http://schemas.microsoft.com/office/powerpoint/2010/main" val="1562898347"/>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23B2D749-7C9D-BA73-6D9B-360FF64F00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29A70-C386-D906-2A73-82BD82D45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C7361D9-230D-7DA2-3FCE-5D3336422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7EBEE9-28DB-DE48-9630-E89F0A8F8B3E}"/>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4. OBSERVER DESIGN PATTERN</a:t>
            </a:r>
            <a:br>
              <a:rPr lang="en-US" sz="2000" dirty="0">
                <a:solidFill>
                  <a:srgbClr val="262626"/>
                </a:solidFill>
              </a:rPr>
            </a:br>
            <a:r>
              <a:rPr lang="en-US" sz="2000" dirty="0"/>
              <a:t>DEFINES A ONE-TO-MANY RELATIONSHIP BETWEEN OBJECTS, SO THAT WHEN ONE</a:t>
            </a:r>
            <a:br>
              <a:rPr lang="en-US" sz="2000" dirty="0"/>
            </a:br>
            <a:r>
              <a:rPr lang="en-US" sz="2000" dirty="0"/>
              <a:t>OBJECT CHANGES THE STATE, ALL OF ITS DEPENDENT ARE NOTIFIED AND UPDATED</a:t>
            </a:r>
            <a:br>
              <a:rPr lang="en-US" sz="2000" dirty="0"/>
            </a:br>
            <a:r>
              <a:rPr lang="en-US" sz="2000" dirty="0"/>
              <a:t>AUTOMATICALLY.</a:t>
            </a:r>
            <a:br>
              <a:rPr lang="en-US" sz="2000" dirty="0"/>
            </a:br>
            <a:r>
              <a:rPr lang="en-US" sz="2000" dirty="0">
                <a:solidFill>
                  <a:schemeClr val="tx1"/>
                </a:solidFill>
              </a:rPr>
              <a:t> </a:t>
            </a:r>
          </a:p>
        </p:txBody>
      </p:sp>
      <p:sp useBgFill="1">
        <p:nvSpPr>
          <p:cNvPr id="12" name="Rectangle 11">
            <a:extLst>
              <a:ext uri="{FF2B5EF4-FFF2-40B4-BE49-F238E27FC236}">
                <a16:creationId xmlns:a16="http://schemas.microsoft.com/office/drawing/2014/main" id="{16DEE412-2167-BC3F-375F-8A8C34917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935D754-3128-BC05-BC5B-C370F28F5E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BD7FC835-A544-CCB9-95E3-0B1031400A61}"/>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0F91895C-A976-F87D-3640-BE3621E81A27}"/>
              </a:ext>
            </a:extLst>
          </p:cNvPr>
          <p:cNvPicPr>
            <a:picLocks noChangeAspect="1"/>
          </p:cNvPicPr>
          <p:nvPr/>
        </p:nvPicPr>
        <p:blipFill>
          <a:blip r:embed="rId4"/>
          <a:stretch>
            <a:fillRect/>
          </a:stretch>
        </p:blipFill>
        <p:spPr>
          <a:xfrm>
            <a:off x="4654296" y="-3"/>
            <a:ext cx="7537703" cy="6858003"/>
          </a:xfrm>
          <a:prstGeom prst="rect">
            <a:avLst/>
          </a:prstGeom>
        </p:spPr>
      </p:pic>
    </p:spTree>
    <p:extLst>
      <p:ext uri="{BB962C8B-B14F-4D97-AF65-F5344CB8AC3E}">
        <p14:creationId xmlns:p14="http://schemas.microsoft.com/office/powerpoint/2010/main" val="4808371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87B6-5569-901F-0471-8CFCF82FF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BD315-55C9-F442-56D8-7C8BF205BA3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tx1"/>
                </a:solidFill>
              </a:rPr>
              <a:t>EXAMPLE UML</a:t>
            </a:r>
          </a:p>
        </p:txBody>
      </p:sp>
      <p:pic>
        <p:nvPicPr>
          <p:cNvPr id="11" name="Picture 10">
            <a:extLst>
              <a:ext uri="{FF2B5EF4-FFF2-40B4-BE49-F238E27FC236}">
                <a16:creationId xmlns:a16="http://schemas.microsoft.com/office/drawing/2014/main" id="{F8E31502-1430-24AC-D4A8-E9D41393216E}"/>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6CDF85A7-7E72-50A9-C147-1822E214686C}"/>
              </a:ext>
            </a:extLst>
          </p:cNvPr>
          <p:cNvPicPr>
            <a:picLocks noChangeAspect="1"/>
          </p:cNvPicPr>
          <p:nvPr/>
        </p:nvPicPr>
        <p:blipFill>
          <a:blip r:embed="rId4"/>
          <a:stretch>
            <a:fillRect/>
          </a:stretch>
        </p:blipFill>
        <p:spPr>
          <a:xfrm>
            <a:off x="3913620" y="-1"/>
            <a:ext cx="8278380" cy="6857998"/>
          </a:xfrm>
          <a:prstGeom prst="rect">
            <a:avLst/>
          </a:prstGeom>
        </p:spPr>
      </p:pic>
    </p:spTree>
    <p:extLst>
      <p:ext uri="{BB962C8B-B14F-4D97-AF65-F5344CB8AC3E}">
        <p14:creationId xmlns:p14="http://schemas.microsoft.com/office/powerpoint/2010/main" val="3534250115"/>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C8FAF01F-F712-94A0-5AC4-0B426B0D58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7EB2B4-9265-9E0B-DF0C-2E2A726864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10EF06-B0F5-CB32-7662-6BF2C52D8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1E7AA8-BB3D-ABE8-C0A3-D12ACFA0621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5. DECORATOR DESIGN PATTERN</a:t>
            </a:r>
            <a:br>
              <a:rPr lang="en-US" sz="2000" dirty="0">
                <a:solidFill>
                  <a:srgbClr val="262626"/>
                </a:solidFill>
              </a:rPr>
            </a:br>
            <a:r>
              <a:rPr lang="en-US" sz="2000" dirty="0"/>
              <a:t>DECORATOR PATTERN ATTACHES ADDITIONAL RESPONSIBILITIES TO AN OBJECT DYNAMICALLY. DECORATOR PROVIDES A FLEXIBLE ALTERNATIVE TO SUBCLASSING FOR EXTENDING FUNCTIONALITY.</a:t>
            </a:r>
            <a:endParaRPr lang="en-US" sz="2000" dirty="0">
              <a:solidFill>
                <a:schemeClr val="tx1"/>
              </a:solidFill>
            </a:endParaRPr>
          </a:p>
        </p:txBody>
      </p:sp>
      <p:sp useBgFill="1">
        <p:nvSpPr>
          <p:cNvPr id="12" name="Rectangle 11">
            <a:extLst>
              <a:ext uri="{FF2B5EF4-FFF2-40B4-BE49-F238E27FC236}">
                <a16:creationId xmlns:a16="http://schemas.microsoft.com/office/drawing/2014/main" id="{8C7A3D00-01DE-9E58-3832-478C95EEB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7C6F7FE-2DDF-E400-0AA1-BE0631228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8160EF40-C3A1-CD4D-A6E4-06FA268E05D8}"/>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AE766094-8273-26D8-546D-234E354F5B08}"/>
              </a:ext>
            </a:extLst>
          </p:cNvPr>
          <p:cNvPicPr>
            <a:picLocks noChangeAspect="1"/>
          </p:cNvPicPr>
          <p:nvPr/>
        </p:nvPicPr>
        <p:blipFill>
          <a:blip r:embed="rId4"/>
          <a:stretch>
            <a:fillRect/>
          </a:stretch>
        </p:blipFill>
        <p:spPr>
          <a:xfrm>
            <a:off x="4654296" y="-3"/>
            <a:ext cx="7537704" cy="6857999"/>
          </a:xfrm>
          <a:prstGeom prst="rect">
            <a:avLst/>
          </a:prstGeom>
        </p:spPr>
      </p:pic>
    </p:spTree>
    <p:extLst>
      <p:ext uri="{BB962C8B-B14F-4D97-AF65-F5344CB8AC3E}">
        <p14:creationId xmlns:p14="http://schemas.microsoft.com/office/powerpoint/2010/main" val="29219701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BEB0-3988-B4D9-7F85-8D81EFE93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8CF10-FAF1-FFB1-945B-D4D1E475E692}"/>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chemeClr val="tx1"/>
                </a:solidFill>
              </a:rPr>
              <a:t>EXAMPLE UML</a:t>
            </a:r>
          </a:p>
        </p:txBody>
      </p:sp>
      <p:pic>
        <p:nvPicPr>
          <p:cNvPr id="11" name="Picture 10">
            <a:extLst>
              <a:ext uri="{FF2B5EF4-FFF2-40B4-BE49-F238E27FC236}">
                <a16:creationId xmlns:a16="http://schemas.microsoft.com/office/drawing/2014/main" id="{9A68DF4C-64FC-52D8-9572-0B37BC944F53}"/>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F3DCD2BE-76D8-0FD1-918A-3277C37565A0}"/>
              </a:ext>
            </a:extLst>
          </p:cNvPr>
          <p:cNvPicPr>
            <a:picLocks noChangeAspect="1"/>
          </p:cNvPicPr>
          <p:nvPr/>
        </p:nvPicPr>
        <p:blipFill>
          <a:blip r:embed="rId4"/>
          <a:stretch>
            <a:fillRect/>
          </a:stretch>
        </p:blipFill>
        <p:spPr>
          <a:xfrm>
            <a:off x="3810000" y="-1"/>
            <a:ext cx="8382000" cy="6857999"/>
          </a:xfrm>
          <a:prstGeom prst="rect">
            <a:avLst/>
          </a:prstGeom>
        </p:spPr>
      </p:pic>
    </p:spTree>
    <p:extLst>
      <p:ext uri="{BB962C8B-B14F-4D97-AF65-F5344CB8AC3E}">
        <p14:creationId xmlns:p14="http://schemas.microsoft.com/office/powerpoint/2010/main" val="1990186821"/>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E9AD6C40-E598-3AF5-B4E7-5FA2B219DC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A649E2-924A-8CE3-A724-0EF4ED42A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090074B-1790-2D72-B45D-CE9B090B7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680312-A147-0BBC-80BF-B4D167705D9A}"/>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6. COMMAND DESIGN PATTERN</a:t>
            </a:r>
            <a:br>
              <a:rPr lang="en-US" sz="2000" dirty="0">
                <a:solidFill>
                  <a:srgbClr val="262626"/>
                </a:solidFill>
              </a:rPr>
            </a:br>
            <a:r>
              <a:rPr lang="en-US" sz="2000" dirty="0"/>
              <a:t>ENCAPSULATE A REQUEST AS AN OBJECT, THEREBY LETTING YOU PARAMETERIGE CLIENTS WITH DIFFERENT REQUEEST, QUEUE OR LOG REQUEST AND SUPPORT UNDOABLE OPERATIONS.</a:t>
            </a:r>
            <a:endParaRPr lang="en-US" sz="2000" dirty="0">
              <a:solidFill>
                <a:schemeClr val="tx1"/>
              </a:solidFill>
            </a:endParaRPr>
          </a:p>
        </p:txBody>
      </p:sp>
      <p:sp useBgFill="1">
        <p:nvSpPr>
          <p:cNvPr id="12" name="Rectangle 11">
            <a:extLst>
              <a:ext uri="{FF2B5EF4-FFF2-40B4-BE49-F238E27FC236}">
                <a16:creationId xmlns:a16="http://schemas.microsoft.com/office/drawing/2014/main" id="{0956BBAE-D6E9-72AF-BCC9-8843E5FBF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B880C97-2C13-4FEE-6B84-8A8E99447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228A3055-4B89-139B-80C2-BD54A720734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3C05286E-2D89-B3A3-5484-9412F046B858}"/>
              </a:ext>
            </a:extLst>
          </p:cNvPr>
          <p:cNvPicPr>
            <a:picLocks noChangeAspect="1"/>
          </p:cNvPicPr>
          <p:nvPr/>
        </p:nvPicPr>
        <p:blipFill>
          <a:blip r:embed="rId4"/>
          <a:stretch>
            <a:fillRect/>
          </a:stretch>
        </p:blipFill>
        <p:spPr>
          <a:xfrm>
            <a:off x="4654296" y="0"/>
            <a:ext cx="7537704" cy="6858000"/>
          </a:xfrm>
          <a:prstGeom prst="rect">
            <a:avLst/>
          </a:prstGeom>
        </p:spPr>
      </p:pic>
    </p:spTree>
    <p:extLst>
      <p:ext uri="{BB962C8B-B14F-4D97-AF65-F5344CB8AC3E}">
        <p14:creationId xmlns:p14="http://schemas.microsoft.com/office/powerpoint/2010/main" val="34032615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94904EED-7BC1-C1FA-E188-114EEBF2FA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D7778A-F953-871C-70BF-77BB92B757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54DA681-D9A5-3ED6-5673-0346F88DB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CE85AE-3575-4B71-EF6A-21FA986EBC41}"/>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956C8590-6C91-0502-4F10-060068AF7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A7D1645-9A80-263D-A5A6-619145C6F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7376AEC7-5DD0-D3B6-363C-80DD529E2565}"/>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77335F31-1C68-9330-2DC2-B28D13C04896}"/>
              </a:ext>
            </a:extLst>
          </p:cNvPr>
          <p:cNvPicPr>
            <a:picLocks noChangeAspect="1"/>
          </p:cNvPicPr>
          <p:nvPr/>
        </p:nvPicPr>
        <p:blipFill>
          <a:blip r:embed="rId4"/>
          <a:stretch>
            <a:fillRect/>
          </a:stretch>
        </p:blipFill>
        <p:spPr>
          <a:xfrm>
            <a:off x="4169229" y="-3"/>
            <a:ext cx="8022771" cy="6858000"/>
          </a:xfrm>
          <a:prstGeom prst="rect">
            <a:avLst/>
          </a:prstGeom>
        </p:spPr>
      </p:pic>
    </p:spTree>
    <p:extLst>
      <p:ext uri="{BB962C8B-B14F-4D97-AF65-F5344CB8AC3E}">
        <p14:creationId xmlns:p14="http://schemas.microsoft.com/office/powerpoint/2010/main" val="30361860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139FEB26-7EC7-E0B8-970A-348CCBA7A18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E73795-8016-95BB-88FA-273F26606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2695FFA-F367-93CD-F0A5-B96CE859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EE9D1-4CC8-D9D2-452F-3EAD1173552C}"/>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7. ADAPTER DESIGN PATTERN</a:t>
            </a:r>
            <a:br>
              <a:rPr lang="en-US" sz="2000" dirty="0">
                <a:solidFill>
                  <a:srgbClr val="262626"/>
                </a:solidFill>
              </a:rPr>
            </a:br>
            <a:r>
              <a:rPr lang="en-US" sz="2000" dirty="0"/>
              <a:t>ADAPTER CONVERTS THE INTERFACE OF A CLASS INTO ANOTHER INTERFACE THAT CLIENT EXPECTS. ADAPTER LETS CLASSESS WORK TOGETHER THAT COULD NOT OTHERWISE BECAUSE OF INCOMPATIBLE INTERFACE.</a:t>
            </a:r>
            <a:endParaRPr lang="en-US" sz="2000" dirty="0">
              <a:solidFill>
                <a:schemeClr val="tx1"/>
              </a:solidFill>
            </a:endParaRPr>
          </a:p>
        </p:txBody>
      </p:sp>
      <p:sp useBgFill="1">
        <p:nvSpPr>
          <p:cNvPr id="12" name="Rectangle 11">
            <a:extLst>
              <a:ext uri="{FF2B5EF4-FFF2-40B4-BE49-F238E27FC236}">
                <a16:creationId xmlns:a16="http://schemas.microsoft.com/office/drawing/2014/main" id="{08D264BB-170B-F70F-8333-4E88D5337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6F1ACC0-5A87-E310-9C6C-67519ADA0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15BFD953-9A47-E2B9-F385-A40238282478}"/>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8ECA1D0E-96B8-C2C4-E23B-AC5AF6134FF6}"/>
              </a:ext>
            </a:extLst>
          </p:cNvPr>
          <p:cNvPicPr>
            <a:picLocks noChangeAspect="1"/>
          </p:cNvPicPr>
          <p:nvPr/>
        </p:nvPicPr>
        <p:blipFill>
          <a:blip r:embed="rId4"/>
          <a:stretch>
            <a:fillRect/>
          </a:stretch>
        </p:blipFill>
        <p:spPr>
          <a:xfrm>
            <a:off x="4654296" y="0"/>
            <a:ext cx="7537704" cy="6858000"/>
          </a:xfrm>
          <a:prstGeom prst="rect">
            <a:avLst/>
          </a:prstGeom>
        </p:spPr>
      </p:pic>
    </p:spTree>
    <p:extLst>
      <p:ext uri="{BB962C8B-B14F-4D97-AF65-F5344CB8AC3E}">
        <p14:creationId xmlns:p14="http://schemas.microsoft.com/office/powerpoint/2010/main" val="1189164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FB042525-9C0C-F579-3185-A3AA10A3A1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359F02-CA66-E786-1886-35ACF252B6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88D1B17-AF34-5CE9-9698-AFE56A24A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DF603E-8DF7-4735-6C5C-743770A9ABC8}"/>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2E48CED6-9A61-2B5F-02DD-32C6CEAB4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D980BB7-9112-D2C9-7605-22D2977B7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56646213-5E40-3CBC-B69D-58F0F5990F29}"/>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C9131099-CC83-2448-46C3-0B053918B628}"/>
              </a:ext>
            </a:extLst>
          </p:cNvPr>
          <p:cNvPicPr>
            <a:picLocks noChangeAspect="1"/>
          </p:cNvPicPr>
          <p:nvPr/>
        </p:nvPicPr>
        <p:blipFill>
          <a:blip r:embed="rId4"/>
          <a:stretch>
            <a:fillRect/>
          </a:stretch>
        </p:blipFill>
        <p:spPr>
          <a:xfrm>
            <a:off x="3984171" y="-3"/>
            <a:ext cx="8207828" cy="6858000"/>
          </a:xfrm>
          <a:prstGeom prst="rect">
            <a:avLst/>
          </a:prstGeom>
        </p:spPr>
      </p:pic>
    </p:spTree>
    <p:extLst>
      <p:ext uri="{BB962C8B-B14F-4D97-AF65-F5344CB8AC3E}">
        <p14:creationId xmlns:p14="http://schemas.microsoft.com/office/powerpoint/2010/main" val="4217877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F07802A1-8489-B9D7-298F-19F09EC14B0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42DCD0-0EB3-5059-2C71-82DE9A642A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7714DCB-8B9A-3B11-CD80-F0233912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58F445-DA6D-35D8-5345-63CEEA58B7C2}"/>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8. FACADE DESIGN PATTERN</a:t>
            </a:r>
            <a:br>
              <a:rPr lang="en-US" sz="2000" dirty="0">
                <a:solidFill>
                  <a:srgbClr val="262626"/>
                </a:solidFill>
              </a:rPr>
            </a:br>
            <a:r>
              <a:rPr lang="en-US" sz="2000" dirty="0"/>
              <a:t>IT PROVIDES A SIMPLIFIED, UNIFIED INTERFACE TO A SET OF COMPLEX SUBSYSTEM. IT HIDES THE COMPLEXITY OF THE SYSTEM AND EXPOSES ONLY WHAT IS NECESSARY.</a:t>
            </a:r>
            <a:endParaRPr lang="en-US" sz="2000" dirty="0">
              <a:solidFill>
                <a:schemeClr val="tx1"/>
              </a:solidFill>
            </a:endParaRPr>
          </a:p>
        </p:txBody>
      </p:sp>
      <p:sp useBgFill="1">
        <p:nvSpPr>
          <p:cNvPr id="12" name="Rectangle 11">
            <a:extLst>
              <a:ext uri="{FF2B5EF4-FFF2-40B4-BE49-F238E27FC236}">
                <a16:creationId xmlns:a16="http://schemas.microsoft.com/office/drawing/2014/main" id="{508FA5C0-142E-6F14-A472-F6111369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A688B24-4C28-14B9-8F62-BD3FE047A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2D63A52A-B80A-6746-7DF0-BDD3D166BBB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9AF11668-0DB7-D210-71A8-30A34E35690C}"/>
              </a:ext>
            </a:extLst>
          </p:cNvPr>
          <p:cNvPicPr>
            <a:picLocks noChangeAspect="1"/>
          </p:cNvPicPr>
          <p:nvPr/>
        </p:nvPicPr>
        <p:blipFill>
          <a:blip r:embed="rId4"/>
          <a:stretch>
            <a:fillRect/>
          </a:stretch>
        </p:blipFill>
        <p:spPr>
          <a:xfrm>
            <a:off x="4654296" y="-1"/>
            <a:ext cx="7537704" cy="6857999"/>
          </a:xfrm>
          <a:prstGeom prst="rect">
            <a:avLst/>
          </a:prstGeom>
        </p:spPr>
      </p:pic>
    </p:spTree>
    <p:extLst>
      <p:ext uri="{BB962C8B-B14F-4D97-AF65-F5344CB8AC3E}">
        <p14:creationId xmlns:p14="http://schemas.microsoft.com/office/powerpoint/2010/main" val="2007617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08589DC5-179A-9043-9BCE-089A8D28FE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32F435-7843-002B-A52B-64406392E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2177626-F10F-9449-2FCB-26D15D10C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F50E72-DA57-067D-F3CF-E699FB54992D}"/>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B961C83C-510F-AD44-43E5-FF5164DC3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60AA9D5-FAED-2268-DF87-0952E8D96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EACC15CB-E414-9DF8-6EB9-3C26B284154C}"/>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6057C33E-E77D-9A8A-7695-6E47D3DF6148}"/>
              </a:ext>
            </a:extLst>
          </p:cNvPr>
          <p:cNvPicPr>
            <a:picLocks noChangeAspect="1"/>
          </p:cNvPicPr>
          <p:nvPr/>
        </p:nvPicPr>
        <p:blipFill>
          <a:blip r:embed="rId4"/>
          <a:stretch>
            <a:fillRect/>
          </a:stretch>
        </p:blipFill>
        <p:spPr>
          <a:xfrm>
            <a:off x="3962400" y="-3"/>
            <a:ext cx="8229600" cy="6858000"/>
          </a:xfrm>
          <a:prstGeom prst="rect">
            <a:avLst/>
          </a:prstGeom>
        </p:spPr>
      </p:pic>
    </p:spTree>
    <p:extLst>
      <p:ext uri="{BB962C8B-B14F-4D97-AF65-F5344CB8AC3E}">
        <p14:creationId xmlns:p14="http://schemas.microsoft.com/office/powerpoint/2010/main" val="30884710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0C3B4674-E208-6293-F3DF-FC7C2F14E4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DA3962-F155-14C0-E8FB-05C8F13D2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C2E79DD-D2BB-8BF2-7431-920EA5089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128138D-5BA1-C212-4A0B-3F0EF9D0ED6C}"/>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9. COMPOSITE DESIGN PATTERN</a:t>
            </a:r>
            <a:br>
              <a:rPr lang="en-US" sz="2000" dirty="0">
                <a:solidFill>
                  <a:srgbClr val="262626"/>
                </a:solidFill>
              </a:rPr>
            </a:br>
            <a:r>
              <a:rPr lang="en-US" sz="2000" dirty="0"/>
              <a:t>IT COMPOSES OBJECT INTO TREE- LIKE STRUCTURE REPRESENTING A PART-WHOLE HIERARCHY. IT LET CLIENT TREATS INDIVIDUAL OBJECT AND COMPOSITION OF OBJECT UNIFORMLY.</a:t>
            </a:r>
            <a:endParaRPr lang="en-US" sz="2000" dirty="0">
              <a:solidFill>
                <a:schemeClr val="tx1"/>
              </a:solidFill>
            </a:endParaRPr>
          </a:p>
        </p:txBody>
      </p:sp>
      <p:sp useBgFill="1">
        <p:nvSpPr>
          <p:cNvPr id="12" name="Rectangle 11">
            <a:extLst>
              <a:ext uri="{FF2B5EF4-FFF2-40B4-BE49-F238E27FC236}">
                <a16:creationId xmlns:a16="http://schemas.microsoft.com/office/drawing/2014/main" id="{A5EE0F28-A570-4EB3-9B48-BFC5BB723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1ACADD4-0819-2C26-2EC2-D125C46E7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27904A32-BF11-BE56-BCA9-DCCB9BBAC341}"/>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59F45F39-8D0F-EC94-C46A-F9918A521C9D}"/>
              </a:ext>
            </a:extLst>
          </p:cNvPr>
          <p:cNvPicPr>
            <a:picLocks noChangeAspect="1"/>
          </p:cNvPicPr>
          <p:nvPr/>
        </p:nvPicPr>
        <p:blipFill>
          <a:blip r:embed="rId4"/>
          <a:stretch>
            <a:fillRect/>
          </a:stretch>
        </p:blipFill>
        <p:spPr>
          <a:xfrm>
            <a:off x="4654296" y="0"/>
            <a:ext cx="7537703" cy="6857998"/>
          </a:xfrm>
          <a:prstGeom prst="rect">
            <a:avLst/>
          </a:prstGeom>
        </p:spPr>
      </p:pic>
    </p:spTree>
    <p:extLst>
      <p:ext uri="{BB962C8B-B14F-4D97-AF65-F5344CB8AC3E}">
        <p14:creationId xmlns:p14="http://schemas.microsoft.com/office/powerpoint/2010/main" val="22881406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115D365F-1054-3801-D0D5-8480FEE91B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46ED4D-1B12-9DB1-3914-836C014D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D4BD214-E38B-62DC-C049-9EC1BC022C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039B5C-6439-3F18-74EB-22B10DEE321E}"/>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DDC869AE-0058-B7BD-1521-BA9176D1D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83A5FA4-0328-8572-FD5C-AD40AD085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D6AB00EC-C441-0BA5-E6B8-58AEF3CCE904}"/>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B96B05C5-04FD-CC9C-E9D8-C81CCFF2390C}"/>
              </a:ext>
            </a:extLst>
          </p:cNvPr>
          <p:cNvPicPr>
            <a:picLocks noChangeAspect="1"/>
          </p:cNvPicPr>
          <p:nvPr/>
        </p:nvPicPr>
        <p:blipFill>
          <a:blip r:embed="rId4"/>
          <a:stretch>
            <a:fillRect/>
          </a:stretch>
        </p:blipFill>
        <p:spPr>
          <a:xfrm>
            <a:off x="4147457" y="-3"/>
            <a:ext cx="8044543" cy="6858000"/>
          </a:xfrm>
          <a:prstGeom prst="rect">
            <a:avLst/>
          </a:prstGeom>
        </p:spPr>
      </p:pic>
    </p:spTree>
    <p:extLst>
      <p:ext uri="{BB962C8B-B14F-4D97-AF65-F5344CB8AC3E}">
        <p14:creationId xmlns:p14="http://schemas.microsoft.com/office/powerpoint/2010/main" val="22410447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BE93CCA5-CD2B-412A-BC2E-13E211CE81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A801D0-F626-E3A6-4587-ECB50FA5B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411E8AB-FB73-A5E8-03A0-5C4649086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7CE540-C569-3DF2-AFA8-F55A4F6DCE40}"/>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10. TEMPLATE METHOD DESIGN PATTERN</a:t>
            </a:r>
            <a:br>
              <a:rPr lang="en-US" sz="2000" dirty="0">
                <a:solidFill>
                  <a:srgbClr val="262626"/>
                </a:solidFill>
              </a:rPr>
            </a:br>
            <a:r>
              <a:rPr lang="en-US" sz="2000" dirty="0"/>
              <a:t>IT DESIGN THE SKELETON OF AN ALGORITHM FOR AN OPERATION DEFERING SOME STEPS TO SUBCLASSES. TEMPLATE METHOD LET SUBCLASSES REDEFINE CERTAIN STEPS OF AN ALGORITHM WITHOUT CHANGING THE ALGORITHM STRUCTURE.</a:t>
            </a:r>
            <a:endParaRPr lang="en-US" sz="2000" dirty="0">
              <a:solidFill>
                <a:schemeClr val="tx1"/>
              </a:solidFill>
            </a:endParaRPr>
          </a:p>
        </p:txBody>
      </p:sp>
      <p:sp useBgFill="1">
        <p:nvSpPr>
          <p:cNvPr id="12" name="Rectangle 11">
            <a:extLst>
              <a:ext uri="{FF2B5EF4-FFF2-40B4-BE49-F238E27FC236}">
                <a16:creationId xmlns:a16="http://schemas.microsoft.com/office/drawing/2014/main" id="{1254190C-5F62-58F6-3BAD-DB1A66C37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BDA9D83-F37B-FF88-E25D-C854B0AFA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3A445655-7CEC-9506-3E50-9A17C5A2311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D091F243-F24E-CAA3-164B-FFB8FFABDBE9}"/>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535448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72773-D259-7BA0-FE05-324E15236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9249A-ECD8-FD69-CFA7-47A75B6C0DC0}"/>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pic>
        <p:nvPicPr>
          <p:cNvPr id="11" name="Picture 10">
            <a:extLst>
              <a:ext uri="{FF2B5EF4-FFF2-40B4-BE49-F238E27FC236}">
                <a16:creationId xmlns:a16="http://schemas.microsoft.com/office/drawing/2014/main" id="{4C129820-A7FC-53CC-5DD1-773FB28A3D2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AF12314E-0488-E939-4CBF-10A1F80CC461}"/>
              </a:ext>
            </a:extLst>
          </p:cNvPr>
          <p:cNvPicPr>
            <a:picLocks noChangeAspect="1"/>
          </p:cNvPicPr>
          <p:nvPr/>
        </p:nvPicPr>
        <p:blipFill>
          <a:blip r:embed="rId4"/>
          <a:stretch>
            <a:fillRect/>
          </a:stretch>
        </p:blipFill>
        <p:spPr>
          <a:xfrm>
            <a:off x="3690257" y="0"/>
            <a:ext cx="8501743" cy="6858000"/>
          </a:xfrm>
          <a:prstGeom prst="rect">
            <a:avLst/>
          </a:prstGeom>
        </p:spPr>
      </p:pic>
    </p:spTree>
    <p:extLst>
      <p:ext uri="{BB962C8B-B14F-4D97-AF65-F5344CB8AC3E}">
        <p14:creationId xmlns:p14="http://schemas.microsoft.com/office/powerpoint/2010/main" val="1942675287"/>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EF878722-8BB1-FFBD-312F-048E24A20C6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86F1BE-5BD8-3A13-77E5-3AE0F2B5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EF3BD59-4AE0-C26B-891B-D01C11829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C89178-9B18-3CCF-009D-DE6C115AD855}"/>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11. PROXY DESIGN PATTERN</a:t>
            </a:r>
            <a:br>
              <a:rPr lang="en-US" sz="2000" dirty="0">
                <a:solidFill>
                  <a:srgbClr val="262626"/>
                </a:solidFill>
              </a:rPr>
            </a:br>
            <a:r>
              <a:rPr lang="en-US" sz="2000" dirty="0"/>
              <a:t>IT PROVIDES A SURROGATE OR PLACEHOLDER FOR ANOTHER OBJECT TO CONTROL ACCESS TO IT:</a:t>
            </a:r>
            <a:br>
              <a:rPr lang="en-US" sz="2000" dirty="0"/>
            </a:br>
            <a:r>
              <a:rPr lang="en-US" sz="2000" dirty="0"/>
              <a:t>-&gt; REMOTE PROXY</a:t>
            </a:r>
            <a:br>
              <a:rPr lang="en-US" sz="2000" dirty="0"/>
            </a:br>
            <a:r>
              <a:rPr lang="en-US" sz="2000" dirty="0"/>
              <a:t>-&gt; VIRTUAL PROXY</a:t>
            </a:r>
            <a:br>
              <a:rPr lang="en-US" sz="2000" dirty="0"/>
            </a:br>
            <a:r>
              <a:rPr lang="en-US" sz="2000" dirty="0"/>
              <a:t>-&gt; PROTECTION PROXY</a:t>
            </a:r>
            <a:endParaRPr lang="en-US" sz="2000" dirty="0">
              <a:solidFill>
                <a:schemeClr val="tx1"/>
              </a:solidFill>
            </a:endParaRPr>
          </a:p>
        </p:txBody>
      </p:sp>
      <p:sp useBgFill="1">
        <p:nvSpPr>
          <p:cNvPr id="12" name="Rectangle 11">
            <a:extLst>
              <a:ext uri="{FF2B5EF4-FFF2-40B4-BE49-F238E27FC236}">
                <a16:creationId xmlns:a16="http://schemas.microsoft.com/office/drawing/2014/main" id="{2EA1B843-8B75-9B73-CAD1-582FAB251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6FA02D3-961A-B629-FD1F-6286C671C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456933CF-FAA4-B3C8-B836-4AF2E80F39BF}"/>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5A3AC0DB-A8B1-1A70-7CF7-8C06B6E214A9}"/>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1263951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F22E65A3-F351-A398-C92C-0F3D3749960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B31F80-9DD7-F08F-62A5-CD99099EB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D710A78-2150-330F-2BB9-76A77739E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4EB32-1A5E-687A-ED7E-7B4E23B134B3}"/>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12. CHAIN OF RESPONSIBILITY DESIGN PATTERN</a:t>
            </a:r>
            <a:br>
              <a:rPr lang="en-US" sz="2000" dirty="0">
                <a:solidFill>
                  <a:srgbClr val="262626"/>
                </a:solidFill>
              </a:rPr>
            </a:br>
            <a:r>
              <a:rPr lang="en-US" sz="2000" dirty="0"/>
              <a:t>ALLOW AN OBJECT TO PASS A REQUEST ALONG A CHAIN OF POTENTIAL HANDLERS. EACH HANDLER IN THE CHAIN DECIDES EITHER TO PROCESS THE REQUEST OR PASS IT TO THE NEXT HANDLER.</a:t>
            </a:r>
            <a:endParaRPr lang="en-US" sz="2000" dirty="0">
              <a:solidFill>
                <a:schemeClr val="tx1"/>
              </a:solidFill>
            </a:endParaRPr>
          </a:p>
        </p:txBody>
      </p:sp>
      <p:sp useBgFill="1">
        <p:nvSpPr>
          <p:cNvPr id="12" name="Rectangle 11">
            <a:extLst>
              <a:ext uri="{FF2B5EF4-FFF2-40B4-BE49-F238E27FC236}">
                <a16:creationId xmlns:a16="http://schemas.microsoft.com/office/drawing/2014/main" id="{2ED0DE98-5AA3-E021-564F-C08D14F6B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561BF68-6CF3-F11F-C34D-AB16C5989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306D1DF8-C4F3-8C71-BEC6-CF1C44A6B40F}"/>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5282ACDF-C87F-D03A-0204-3128FDB96F89}"/>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25109024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17BF-2FB2-548D-8EAC-37B2BB4C9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93108-E406-D865-A00F-EDFC52B00D5D}"/>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pic>
        <p:nvPicPr>
          <p:cNvPr id="11" name="Picture 10">
            <a:extLst>
              <a:ext uri="{FF2B5EF4-FFF2-40B4-BE49-F238E27FC236}">
                <a16:creationId xmlns:a16="http://schemas.microsoft.com/office/drawing/2014/main" id="{18C37661-C243-44D9-17A4-4888E555A787}"/>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EDF186D7-0473-80E5-EBEC-B6B4F46F701A}"/>
              </a:ext>
            </a:extLst>
          </p:cNvPr>
          <p:cNvPicPr>
            <a:picLocks noChangeAspect="1"/>
          </p:cNvPicPr>
          <p:nvPr/>
        </p:nvPicPr>
        <p:blipFill>
          <a:blip r:embed="rId4"/>
          <a:stretch>
            <a:fillRect/>
          </a:stretch>
        </p:blipFill>
        <p:spPr>
          <a:xfrm>
            <a:off x="3722914" y="0"/>
            <a:ext cx="8469086" cy="6858000"/>
          </a:xfrm>
          <a:prstGeom prst="rect">
            <a:avLst/>
          </a:prstGeom>
        </p:spPr>
      </p:pic>
    </p:spTree>
    <p:extLst>
      <p:ext uri="{BB962C8B-B14F-4D97-AF65-F5344CB8AC3E}">
        <p14:creationId xmlns:p14="http://schemas.microsoft.com/office/powerpoint/2010/main" val="588543752"/>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B9FE4655-90C2-81E4-A2A0-F6992136F0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89834A-0B64-CCF3-3FC5-9B332EF2F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1F8AFDD-21C0-9628-852B-93CA92B8F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2FBE16-5846-A36C-ED9D-A5CC7CA5C0C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13. BRIDGE DESIGN PATTERN</a:t>
            </a:r>
            <a:br>
              <a:rPr lang="en-US" sz="2000" dirty="0">
                <a:solidFill>
                  <a:srgbClr val="262626"/>
                </a:solidFill>
              </a:rPr>
            </a:br>
            <a:r>
              <a:rPr lang="en-US" sz="2000" dirty="0"/>
              <a:t>BRIDGE DECOUPLES AN ABSTRACTION FROM ITS IMPLEMENTATIONS, SO THAT BOTH CAN VARY INDEPENDENTLY.</a:t>
            </a:r>
            <a:br>
              <a:rPr lang="en-US" sz="2000" dirty="0"/>
            </a:br>
            <a:r>
              <a:rPr lang="en-US" sz="2000" dirty="0"/>
              <a:t>ABSTRACTIONS – HIGH LEVEL LAYER</a:t>
            </a:r>
            <a:br>
              <a:rPr lang="en-US" sz="2000" dirty="0"/>
            </a:br>
            <a:r>
              <a:rPr lang="en-US" sz="2000" dirty="0"/>
              <a:t>IMPLEMENTATIONS – LOW LEVEL LAYER</a:t>
            </a:r>
            <a:endParaRPr lang="en-US" sz="2000" dirty="0">
              <a:solidFill>
                <a:schemeClr val="tx1"/>
              </a:solidFill>
            </a:endParaRPr>
          </a:p>
        </p:txBody>
      </p:sp>
      <p:sp useBgFill="1">
        <p:nvSpPr>
          <p:cNvPr id="12" name="Rectangle 11">
            <a:extLst>
              <a:ext uri="{FF2B5EF4-FFF2-40B4-BE49-F238E27FC236}">
                <a16:creationId xmlns:a16="http://schemas.microsoft.com/office/drawing/2014/main" id="{DA5167AF-8E95-C8B0-BB24-625D017BD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4BDFE7D-4F2F-7224-15BD-D578F7005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FB43C26E-D14C-84A0-DF5D-36801B0C0AC9}"/>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8834297E-6FA5-D2E0-16D3-884CB07464D5}"/>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1046464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C1F459F8-4CF5-F799-FF31-0EEFC9023B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26FF05-6AA4-7131-A7A9-CE568EA37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808CCCD-2ED2-51F3-5608-4FA7A1873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107DAB5-217C-B889-EB40-7B1E669398B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941D6A2E-DF08-47BC-CF73-AEB205334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B2B3AEA-219C-6E21-2F54-4762BBE83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D99F1A12-B779-7C5A-76F5-B5F71647B881}"/>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5E2DA33D-4B08-B12D-9DF9-A79194525D05}"/>
              </a:ext>
            </a:extLst>
          </p:cNvPr>
          <p:cNvPicPr>
            <a:picLocks noChangeAspect="1"/>
          </p:cNvPicPr>
          <p:nvPr/>
        </p:nvPicPr>
        <p:blipFill>
          <a:blip r:embed="rId4"/>
          <a:stretch>
            <a:fillRect/>
          </a:stretch>
        </p:blipFill>
        <p:spPr>
          <a:xfrm>
            <a:off x="4082142" y="1"/>
            <a:ext cx="8109857" cy="6857998"/>
          </a:xfrm>
          <a:prstGeom prst="rect">
            <a:avLst/>
          </a:prstGeom>
        </p:spPr>
      </p:pic>
    </p:spTree>
    <p:extLst>
      <p:ext uri="{BB962C8B-B14F-4D97-AF65-F5344CB8AC3E}">
        <p14:creationId xmlns:p14="http://schemas.microsoft.com/office/powerpoint/2010/main" val="3392834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DF6AF-ED81-D86E-E515-2A4BA5383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1A91E-A444-89EE-784E-1CE6DB8EC6E5}"/>
              </a:ext>
            </a:extLst>
          </p:cNvPr>
          <p:cNvSpPr>
            <a:spLocks noGrp="1"/>
          </p:cNvSpPr>
          <p:nvPr>
            <p:ph type="title"/>
          </p:nvPr>
        </p:nvSpPr>
        <p:spPr/>
        <p:txBody>
          <a:bodyPr/>
          <a:lstStyle/>
          <a:p>
            <a:r>
              <a:rPr lang="en-US" dirty="0"/>
              <a:t>14. BUILDER DESIGN PATTERN</a:t>
            </a:r>
            <a:endParaRPr lang="en-GB" dirty="0"/>
          </a:p>
        </p:txBody>
      </p:sp>
      <p:sp>
        <p:nvSpPr>
          <p:cNvPr id="3" name="Content Placeholder 2">
            <a:extLst>
              <a:ext uri="{FF2B5EF4-FFF2-40B4-BE49-F238E27FC236}">
                <a16:creationId xmlns:a16="http://schemas.microsoft.com/office/drawing/2014/main" id="{2A16DB58-FF6F-2BE2-6F86-3C8BDBB3A2F6}"/>
              </a:ext>
            </a:extLst>
          </p:cNvPr>
          <p:cNvSpPr>
            <a:spLocks noGrp="1"/>
          </p:cNvSpPr>
          <p:nvPr>
            <p:ph idx="1"/>
          </p:nvPr>
        </p:nvSpPr>
        <p:spPr>
          <a:xfrm>
            <a:off x="1774373" y="2687560"/>
            <a:ext cx="9601196" cy="3318936"/>
          </a:xfrm>
        </p:spPr>
        <p:txBody>
          <a:bodyPr/>
          <a:lstStyle/>
          <a:p>
            <a:r>
              <a:rPr lang="en-US" dirty="0"/>
              <a:t>BUILDER SEPARATES THE CONSTRUCTION OF A COMPLEX OBJECT FROM ITS REPRESENTATION.</a:t>
            </a:r>
          </a:p>
          <a:p>
            <a:r>
              <a:rPr lang="en-US" dirty="0"/>
              <a:t>I. SIMPLE BUILDER</a:t>
            </a:r>
          </a:p>
          <a:p>
            <a:r>
              <a:rPr lang="en-US" dirty="0"/>
              <a:t>II. DIRECTOR BUILDER</a:t>
            </a:r>
          </a:p>
          <a:p>
            <a:r>
              <a:rPr lang="en-US" dirty="0"/>
              <a:t>III. STEP BUILDER</a:t>
            </a:r>
            <a:endParaRPr lang="en-GB" dirty="0"/>
          </a:p>
        </p:txBody>
      </p:sp>
      <p:pic>
        <p:nvPicPr>
          <p:cNvPr id="5" name="Picture 4">
            <a:extLst>
              <a:ext uri="{FF2B5EF4-FFF2-40B4-BE49-F238E27FC236}">
                <a16:creationId xmlns:a16="http://schemas.microsoft.com/office/drawing/2014/main" id="{1CF45A8A-D2E3-3EC8-723A-852AE8F3D1BE}"/>
              </a:ext>
            </a:extLst>
          </p:cNvPr>
          <p:cNvPicPr>
            <a:picLocks noChangeAspect="1"/>
          </p:cNvPicPr>
          <p:nvPr/>
        </p:nvPicPr>
        <p:blipFill>
          <a:blip r:embed="rId2"/>
          <a:stretch>
            <a:fillRect/>
          </a:stretch>
        </p:blipFill>
        <p:spPr>
          <a:xfrm>
            <a:off x="-572127" y="5400434"/>
            <a:ext cx="2749971" cy="1564609"/>
          </a:xfrm>
          <a:prstGeom prst="rect">
            <a:avLst/>
          </a:prstGeom>
        </p:spPr>
      </p:pic>
    </p:spTree>
    <p:extLst>
      <p:ext uri="{BB962C8B-B14F-4D97-AF65-F5344CB8AC3E}">
        <p14:creationId xmlns:p14="http://schemas.microsoft.com/office/powerpoint/2010/main" val="2717275743"/>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27F36BAD-76F2-DD7A-B4A8-67FC3EAFE44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24DA12-D38E-BFE4-FC3B-BD69C94C6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A3CE8B7-B83B-525D-D8AF-2CC17FDB3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C1F5C7-BE60-C0A0-036C-B54FD7C45F92}"/>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I. SIMPLE BUILDER</a:t>
            </a:r>
            <a:br>
              <a:rPr lang="en-US" sz="2000" dirty="0">
                <a:solidFill>
                  <a:srgbClr val="262626"/>
                </a:solidFill>
              </a:rPr>
            </a:br>
            <a:r>
              <a:rPr lang="en-US" sz="2000" b="1" dirty="0">
                <a:solidFill>
                  <a:schemeClr val="tx1">
                    <a:lumMod val="95000"/>
                  </a:schemeClr>
                </a:solidFill>
              </a:rPr>
              <a:t>=&gt; CLEAR, READABLE OBJECT CONSTRUCTION.</a:t>
            </a:r>
            <a:br>
              <a:rPr lang="en-US" sz="2000" b="1" dirty="0">
                <a:solidFill>
                  <a:schemeClr val="tx1">
                    <a:lumMod val="95000"/>
                  </a:schemeClr>
                </a:solidFill>
              </a:rPr>
            </a:br>
            <a:r>
              <a:rPr lang="en-US" sz="2000" b="1" dirty="0">
                <a:solidFill>
                  <a:schemeClr val="tx1">
                    <a:lumMod val="95000"/>
                  </a:schemeClr>
                </a:solidFill>
              </a:rPr>
              <a:t>=&gt; SINGLE CENTRALIZED VALIDATION.</a:t>
            </a:r>
            <a:br>
              <a:rPr lang="en-US" sz="2000" b="1" dirty="0">
                <a:solidFill>
                  <a:schemeClr val="tx1">
                    <a:lumMod val="95000"/>
                  </a:schemeClr>
                </a:solidFill>
              </a:rPr>
            </a:br>
            <a:r>
              <a:rPr lang="en-US" sz="2000" b="1" dirty="0">
                <a:solidFill>
                  <a:schemeClr val="tx1">
                    <a:lumMod val="95000"/>
                  </a:schemeClr>
                </a:solidFill>
              </a:rPr>
              <a:t>=&gt; IMMUTABLE OBJECTS.</a:t>
            </a:r>
            <a:br>
              <a:rPr lang="en-US" sz="2000" b="1" dirty="0">
                <a:solidFill>
                  <a:schemeClr val="tx1">
                    <a:lumMod val="95000"/>
                  </a:schemeClr>
                </a:solidFill>
              </a:rPr>
            </a:br>
            <a:r>
              <a:rPr lang="en-US" sz="2000" b="1" dirty="0">
                <a:solidFill>
                  <a:schemeClr val="tx1">
                    <a:lumMod val="95000"/>
                  </a:schemeClr>
                </a:solidFill>
              </a:rPr>
              <a:t>=&gt; NO CONSTRUCTOR OVERLOAD.</a:t>
            </a:r>
            <a:br>
              <a:rPr lang="en-US" sz="2000" b="1" dirty="0">
                <a:solidFill>
                  <a:schemeClr val="tx1">
                    <a:lumMod val="95000"/>
                  </a:schemeClr>
                </a:solidFill>
              </a:rPr>
            </a:br>
            <a:endParaRPr lang="en-US" sz="2000" b="1" dirty="0">
              <a:solidFill>
                <a:schemeClr val="tx1">
                  <a:lumMod val="95000"/>
                </a:schemeClr>
              </a:solidFill>
            </a:endParaRPr>
          </a:p>
        </p:txBody>
      </p:sp>
      <p:sp useBgFill="1">
        <p:nvSpPr>
          <p:cNvPr id="12" name="Rectangle 11">
            <a:extLst>
              <a:ext uri="{FF2B5EF4-FFF2-40B4-BE49-F238E27FC236}">
                <a16:creationId xmlns:a16="http://schemas.microsoft.com/office/drawing/2014/main" id="{85AC8B8B-CCBF-A103-665A-12CAC3B6D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6F2A0C6-63A5-3373-E6CD-A6DC65D3E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76FE3CDF-4CE2-A3AF-F299-41C5E6F2FD3B}"/>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3D658860-786A-656B-3A17-06A28DF4A141}"/>
              </a:ext>
            </a:extLst>
          </p:cNvPr>
          <p:cNvPicPr>
            <a:picLocks noChangeAspect="1"/>
          </p:cNvPicPr>
          <p:nvPr/>
        </p:nvPicPr>
        <p:blipFill>
          <a:blip r:embed="rId4"/>
          <a:stretch>
            <a:fillRect/>
          </a:stretch>
        </p:blipFill>
        <p:spPr>
          <a:xfrm>
            <a:off x="4654296" y="0"/>
            <a:ext cx="7537704" cy="6858000"/>
          </a:xfrm>
          <a:prstGeom prst="rect">
            <a:avLst/>
          </a:prstGeom>
        </p:spPr>
      </p:pic>
    </p:spTree>
    <p:extLst>
      <p:ext uri="{BB962C8B-B14F-4D97-AF65-F5344CB8AC3E}">
        <p14:creationId xmlns:p14="http://schemas.microsoft.com/office/powerpoint/2010/main" val="26047564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35555A73-F905-3EA6-9EED-A25108BE24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B78B5C-94AF-AFB5-5ACE-6774AE3A77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FA59C52-818A-910F-B4FF-D3CF98ED36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91B412-5989-81AA-08B4-9CD0E98FB8A9}"/>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II. DIRECTOR BUILDER</a:t>
            </a:r>
            <a:br>
              <a:rPr lang="en-US" sz="2000" dirty="0">
                <a:solidFill>
                  <a:srgbClr val="262626"/>
                </a:solidFill>
              </a:rPr>
            </a:br>
            <a:r>
              <a:rPr lang="en-US" sz="2000" b="1" dirty="0">
                <a:solidFill>
                  <a:schemeClr val="tx1">
                    <a:lumMod val="95000"/>
                  </a:schemeClr>
                </a:solidFill>
              </a:rPr>
              <a:t>=&gt; REUSABLE BUILDS.</a:t>
            </a:r>
            <a:br>
              <a:rPr lang="en-US" sz="2000" b="1" dirty="0">
                <a:solidFill>
                  <a:schemeClr val="tx1">
                    <a:lumMod val="95000"/>
                  </a:schemeClr>
                </a:solidFill>
              </a:rPr>
            </a:br>
            <a:endParaRPr lang="en-US" sz="2000" b="1" dirty="0">
              <a:solidFill>
                <a:schemeClr val="tx1">
                  <a:lumMod val="95000"/>
                </a:schemeClr>
              </a:solidFill>
            </a:endParaRPr>
          </a:p>
        </p:txBody>
      </p:sp>
      <p:sp useBgFill="1">
        <p:nvSpPr>
          <p:cNvPr id="12" name="Rectangle 11">
            <a:extLst>
              <a:ext uri="{FF2B5EF4-FFF2-40B4-BE49-F238E27FC236}">
                <a16:creationId xmlns:a16="http://schemas.microsoft.com/office/drawing/2014/main" id="{2395C5AF-2371-1F6E-FAFD-6C643B1C9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3B4E91A-33E5-E5EB-7119-D57C61165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717469E6-47F6-118E-41C0-6171AF2995F3}"/>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645585BF-0550-E0DF-07B5-4F40208E7A95}"/>
              </a:ext>
            </a:extLst>
          </p:cNvPr>
          <p:cNvPicPr>
            <a:picLocks noChangeAspect="1"/>
          </p:cNvPicPr>
          <p:nvPr/>
        </p:nvPicPr>
        <p:blipFill>
          <a:blip r:embed="rId4"/>
          <a:stretch>
            <a:fillRect/>
          </a:stretch>
        </p:blipFill>
        <p:spPr>
          <a:xfrm>
            <a:off x="4654296" y="0"/>
            <a:ext cx="7537704" cy="6857997"/>
          </a:xfrm>
          <a:prstGeom prst="rect">
            <a:avLst/>
          </a:prstGeom>
        </p:spPr>
      </p:pic>
    </p:spTree>
    <p:extLst>
      <p:ext uri="{BB962C8B-B14F-4D97-AF65-F5344CB8AC3E}">
        <p14:creationId xmlns:p14="http://schemas.microsoft.com/office/powerpoint/2010/main" val="29625279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030EF97E-BF06-BCC4-EA94-CE95574190A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B32DE8-CBB3-9B5D-B26B-A0AB30CA5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8072301-C61E-824E-B5F6-E7084C8ED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6C75ED-9F9B-5AF6-5642-B7A677460805}"/>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III. STEP BUILDER</a:t>
            </a:r>
            <a:br>
              <a:rPr lang="en-US" sz="2000" dirty="0">
                <a:solidFill>
                  <a:srgbClr val="262626"/>
                </a:solidFill>
              </a:rPr>
            </a:br>
            <a:r>
              <a:rPr lang="en-US" sz="2000" b="1" dirty="0">
                <a:solidFill>
                  <a:schemeClr val="tx1">
                    <a:lumMod val="95000"/>
                  </a:schemeClr>
                </a:solidFill>
              </a:rPr>
              <a:t>=&gt; INCREMENTAL/COMPILE TIME ENFORCEMENT OF ALL REQUIRED FIELDS.</a:t>
            </a:r>
            <a:br>
              <a:rPr lang="en-US" sz="2000" b="1" dirty="0">
                <a:solidFill>
                  <a:schemeClr val="tx1">
                    <a:lumMod val="95000"/>
                  </a:schemeClr>
                </a:solidFill>
              </a:rPr>
            </a:br>
            <a:r>
              <a:rPr lang="en-US" sz="2000" b="1" dirty="0">
                <a:solidFill>
                  <a:schemeClr val="tx1">
                    <a:lumMod val="95000"/>
                  </a:schemeClr>
                </a:solidFill>
              </a:rPr>
              <a:t>=&gt; SEPARATION OF MANDATORY VS OPTIONAL.</a:t>
            </a:r>
            <a:br>
              <a:rPr lang="en-US" sz="2000" b="1" dirty="0">
                <a:solidFill>
                  <a:schemeClr val="tx1">
                    <a:lumMod val="95000"/>
                  </a:schemeClr>
                </a:solidFill>
              </a:rPr>
            </a:br>
            <a:r>
              <a:rPr lang="en-US" sz="2000" b="1" dirty="0">
                <a:solidFill>
                  <a:schemeClr val="tx1">
                    <a:lumMod val="95000"/>
                  </a:schemeClr>
                </a:solidFill>
              </a:rPr>
              <a:t>=&gt; IDE FRIENDLY.</a:t>
            </a:r>
            <a:br>
              <a:rPr lang="en-US" sz="2000" b="1" dirty="0">
                <a:solidFill>
                  <a:schemeClr val="tx1">
                    <a:lumMod val="95000"/>
                  </a:schemeClr>
                </a:solidFill>
              </a:rPr>
            </a:br>
            <a:endParaRPr lang="en-US" sz="2000" b="1" dirty="0">
              <a:solidFill>
                <a:schemeClr val="tx1">
                  <a:lumMod val="95000"/>
                </a:schemeClr>
              </a:solidFill>
            </a:endParaRPr>
          </a:p>
        </p:txBody>
      </p:sp>
      <p:sp useBgFill="1">
        <p:nvSpPr>
          <p:cNvPr id="12" name="Rectangle 11">
            <a:extLst>
              <a:ext uri="{FF2B5EF4-FFF2-40B4-BE49-F238E27FC236}">
                <a16:creationId xmlns:a16="http://schemas.microsoft.com/office/drawing/2014/main" id="{3FE472CF-444C-FE41-46B4-1DD11532E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31F0E01-82DB-B5E8-3B48-99EA02232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FCE5A18F-C11D-CD33-9F80-53E1A4447A7E}"/>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06932AC1-027B-3D15-DD14-A4946A9096DF}"/>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1731681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BEE5028F-CCCA-96EF-19A7-5D62152CE2F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87ABA7-EF37-D3D4-FE23-6BCD4C044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1CE273A-0755-7E94-83E8-28F3B5EAD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789C0E-A55E-6E09-5FB0-830868A0AA1E}"/>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15. ITERATOR DESIGN PATTERN</a:t>
            </a:r>
            <a:br>
              <a:rPr lang="en-US" sz="2000" dirty="0">
                <a:solidFill>
                  <a:srgbClr val="262626"/>
                </a:solidFill>
              </a:rPr>
            </a:br>
            <a:r>
              <a:rPr lang="en-US" sz="2000" dirty="0"/>
              <a:t>ITERATOR PROVIDES A WAY TO ACCESS THE ELEMENTS OF AN AGGREGATE OBJECTS SEQUENTIALLY WITHOUT EXPOSING ITS UNDERLYING REPRESENTATION.</a:t>
            </a:r>
            <a:endParaRPr lang="en-US" sz="2000" dirty="0">
              <a:solidFill>
                <a:schemeClr val="tx1"/>
              </a:solidFill>
            </a:endParaRPr>
          </a:p>
        </p:txBody>
      </p:sp>
      <p:sp useBgFill="1">
        <p:nvSpPr>
          <p:cNvPr id="12" name="Rectangle 11">
            <a:extLst>
              <a:ext uri="{FF2B5EF4-FFF2-40B4-BE49-F238E27FC236}">
                <a16:creationId xmlns:a16="http://schemas.microsoft.com/office/drawing/2014/main" id="{1BBC9B97-5042-14A2-A5DA-511C7EBE7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D75544D-3D8D-0B7C-40F1-525035F9D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4F04EFE1-19EA-B58B-3417-3E70C4FADBE8}"/>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42B8C2FB-6A3E-6B4A-494F-9CD9C6049E40}"/>
              </a:ext>
            </a:extLst>
          </p:cNvPr>
          <p:cNvPicPr>
            <a:picLocks noChangeAspect="1"/>
          </p:cNvPicPr>
          <p:nvPr/>
        </p:nvPicPr>
        <p:blipFill>
          <a:blip r:embed="rId4"/>
          <a:stretch>
            <a:fillRect/>
          </a:stretch>
        </p:blipFill>
        <p:spPr>
          <a:xfrm>
            <a:off x="4654296" y="1"/>
            <a:ext cx="7537704" cy="6858000"/>
          </a:xfrm>
          <a:prstGeom prst="rect">
            <a:avLst/>
          </a:prstGeom>
        </p:spPr>
      </p:pic>
    </p:spTree>
    <p:extLst>
      <p:ext uri="{BB962C8B-B14F-4D97-AF65-F5344CB8AC3E}">
        <p14:creationId xmlns:p14="http://schemas.microsoft.com/office/powerpoint/2010/main" val="575600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4939E7A0-EF82-3D02-9172-5DD067AA12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0E623E-63A6-2D44-F8A8-108CF8C86F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E512C41-2F71-A6BA-4327-8753C0C59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E6B092-AB09-3BE5-50CB-AC67506D54EC}"/>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B8A08AD4-D268-94F8-64B8-66814C967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C80E40A-0B30-D058-BB62-C4BA9E087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79D9EFEE-729E-58EC-723B-9DDD138676DD}"/>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B5A96D84-3AC1-9255-8346-6A6A4D652024}"/>
              </a:ext>
            </a:extLst>
          </p:cNvPr>
          <p:cNvPicPr>
            <a:picLocks noChangeAspect="1"/>
          </p:cNvPicPr>
          <p:nvPr/>
        </p:nvPicPr>
        <p:blipFill>
          <a:blip r:embed="rId4"/>
          <a:stretch>
            <a:fillRect/>
          </a:stretch>
        </p:blipFill>
        <p:spPr>
          <a:xfrm>
            <a:off x="3799114" y="0"/>
            <a:ext cx="8392886" cy="6858000"/>
          </a:xfrm>
          <a:prstGeom prst="rect">
            <a:avLst/>
          </a:prstGeom>
        </p:spPr>
      </p:pic>
    </p:spTree>
    <p:extLst>
      <p:ext uri="{BB962C8B-B14F-4D97-AF65-F5344CB8AC3E}">
        <p14:creationId xmlns:p14="http://schemas.microsoft.com/office/powerpoint/2010/main" val="1182833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BA947095-A921-B4AC-F32E-D81F58D4CC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4E9FDB-E708-557F-DB58-6FD13A23B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C941395-28A1-8AC7-1864-D217EB495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5A8534-E57D-AE99-FE45-FD4D3856DA38}"/>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16. FLYWEIGHT DESIGN PATTERN</a:t>
            </a:r>
            <a:br>
              <a:rPr lang="en-US" sz="2000" dirty="0">
                <a:solidFill>
                  <a:srgbClr val="262626"/>
                </a:solidFill>
              </a:rPr>
            </a:br>
            <a:r>
              <a:rPr lang="en-US" sz="2000" dirty="0"/>
              <a:t>IT USES SHARING TO SUPPORT LARGE NUMBER OF FINE-GRAINED OBJECTS EFFICIENTLY.</a:t>
            </a:r>
            <a:br>
              <a:rPr lang="en-US" sz="2000" dirty="0"/>
            </a:br>
            <a:r>
              <a:rPr lang="en-US" sz="2000" dirty="0"/>
              <a:t>INTRINSIC STATE: SHARED AMONG OBJECTS</a:t>
            </a:r>
            <a:br>
              <a:rPr lang="en-US" sz="2000" dirty="0"/>
            </a:br>
            <a:r>
              <a:rPr lang="en-US" sz="2000" dirty="0"/>
              <a:t>EXTRINSIC STATE: SUPPLIED BY CLIENT EXTERNALLY</a:t>
            </a:r>
            <a:endParaRPr lang="en-US" sz="2000" dirty="0">
              <a:solidFill>
                <a:schemeClr val="tx1"/>
              </a:solidFill>
            </a:endParaRPr>
          </a:p>
        </p:txBody>
      </p:sp>
      <p:sp useBgFill="1">
        <p:nvSpPr>
          <p:cNvPr id="12" name="Rectangle 11">
            <a:extLst>
              <a:ext uri="{FF2B5EF4-FFF2-40B4-BE49-F238E27FC236}">
                <a16:creationId xmlns:a16="http://schemas.microsoft.com/office/drawing/2014/main" id="{C1108277-0C68-D3A8-F030-5C0ACD6D7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A572751-5800-B482-F339-B303540AD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E2825E70-BCEB-778A-2EDE-90416284743C}"/>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A6535751-94AF-F831-FBD6-853542EDF9C0}"/>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10239157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1C790C2B-BCFE-B9A5-3F07-C0EDF224F28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8BF276-A5F0-542C-E65B-8FF8CC7D8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BD2E625-F0B0-1C6E-7DCE-25706F01F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E416CC-B0A1-D4F3-5992-A9A188E6401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17. STATE DESIGN PATTERN</a:t>
            </a:r>
            <a:br>
              <a:rPr lang="en-US" sz="2000" dirty="0">
                <a:solidFill>
                  <a:srgbClr val="262626"/>
                </a:solidFill>
              </a:rPr>
            </a:br>
            <a:r>
              <a:rPr lang="en-US" sz="2000" dirty="0"/>
              <a:t>IT ALLOWS AN OBJECT TO ALTER ITS BEHAVIOR WHEN ITS INTERNAL STATE CHANGES. THE OBJECT WILL APPEAR TO CHANGE THE CLASS.</a:t>
            </a:r>
            <a:endParaRPr lang="en-US" sz="2000" dirty="0">
              <a:solidFill>
                <a:schemeClr val="tx1"/>
              </a:solidFill>
            </a:endParaRPr>
          </a:p>
        </p:txBody>
      </p:sp>
      <p:sp useBgFill="1">
        <p:nvSpPr>
          <p:cNvPr id="12" name="Rectangle 11">
            <a:extLst>
              <a:ext uri="{FF2B5EF4-FFF2-40B4-BE49-F238E27FC236}">
                <a16:creationId xmlns:a16="http://schemas.microsoft.com/office/drawing/2014/main" id="{3390D627-F700-E576-CAF1-368A8F6CC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1A13CAB-742A-025F-F793-75746C196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84FFDDEB-6110-2220-0210-15D4E001A45B}"/>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76193174-8985-F9EB-DAAF-52599EA2044E}"/>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21639630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C70283AD-4EF2-B772-81B6-771DEECE8B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631034-239F-1716-B971-041FD0B03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BF39443-38C2-BCF9-CE53-F9BB52C0C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12E620-0F3C-A84A-CCDF-5C663CF78CDF}"/>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8F114026-5184-7A6E-7204-7185F6D3D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7EF3D95-4A1F-9235-59E5-2F9334E13E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6836AF0F-AB51-AA3C-E6E1-64FDB979BE56}"/>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2FDDB70C-6A9D-621D-1B45-D3DA856AE519}"/>
              </a:ext>
            </a:extLst>
          </p:cNvPr>
          <p:cNvPicPr>
            <a:picLocks noChangeAspect="1"/>
          </p:cNvPicPr>
          <p:nvPr/>
        </p:nvPicPr>
        <p:blipFill>
          <a:blip r:embed="rId4"/>
          <a:stretch>
            <a:fillRect/>
          </a:stretch>
        </p:blipFill>
        <p:spPr>
          <a:xfrm>
            <a:off x="3864429" y="0"/>
            <a:ext cx="8327571" cy="6858000"/>
          </a:xfrm>
          <a:prstGeom prst="rect">
            <a:avLst/>
          </a:prstGeom>
        </p:spPr>
      </p:pic>
    </p:spTree>
    <p:extLst>
      <p:ext uri="{BB962C8B-B14F-4D97-AF65-F5344CB8AC3E}">
        <p14:creationId xmlns:p14="http://schemas.microsoft.com/office/powerpoint/2010/main" val="7926798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2B4D5F32-33CA-6EFD-FF69-1B559EDF08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AA2697-72A5-9EEB-9366-93D0E26CB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04E2D5A-4972-07A7-C50E-EDED29B3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B77BE2-0BAC-AFA3-8CE3-243CDBBAFC2D}"/>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18. MEDIATOR DESIGN PATTERN</a:t>
            </a:r>
            <a:br>
              <a:rPr lang="en-US" sz="2000" dirty="0">
                <a:solidFill>
                  <a:srgbClr val="262626"/>
                </a:solidFill>
              </a:rPr>
            </a:br>
            <a:r>
              <a:rPr lang="en-US" sz="2000" dirty="0"/>
              <a:t>IT DEFINES AN OBJECT THAT ENCAPSULATES HOW A SET OF OBJECTS INTERACT, AND PROMOTE LOOSE COUPLING BY PREVENTING THEM FROM REFERRING TO EACH OTHER.</a:t>
            </a:r>
            <a:endParaRPr lang="en-US" sz="2000" dirty="0">
              <a:solidFill>
                <a:schemeClr val="tx1"/>
              </a:solidFill>
            </a:endParaRPr>
          </a:p>
        </p:txBody>
      </p:sp>
      <p:sp useBgFill="1">
        <p:nvSpPr>
          <p:cNvPr id="12" name="Rectangle 11">
            <a:extLst>
              <a:ext uri="{FF2B5EF4-FFF2-40B4-BE49-F238E27FC236}">
                <a16:creationId xmlns:a16="http://schemas.microsoft.com/office/drawing/2014/main" id="{283494D2-784D-56FB-9395-58118BFF2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5027536-4C83-CC1E-655F-216D7236D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E8A834B2-8663-97C3-CA53-1DB77559FDC0}"/>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EB19F713-1DC3-2D18-445D-0E98A31EEB17}"/>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1051752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C6DC6-5709-0C04-F0DF-33CEFE00C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587AA-9BCB-EDF6-B402-B406BC9DFC2E}"/>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pic>
        <p:nvPicPr>
          <p:cNvPr id="11" name="Picture 10">
            <a:extLst>
              <a:ext uri="{FF2B5EF4-FFF2-40B4-BE49-F238E27FC236}">
                <a16:creationId xmlns:a16="http://schemas.microsoft.com/office/drawing/2014/main" id="{46FC4F5E-CD91-E49C-8FDB-B7689888C1C8}"/>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13B7E732-0BF5-BA6C-C746-C275DA6D2A2E}"/>
              </a:ext>
            </a:extLst>
          </p:cNvPr>
          <p:cNvPicPr>
            <a:picLocks noChangeAspect="1"/>
          </p:cNvPicPr>
          <p:nvPr/>
        </p:nvPicPr>
        <p:blipFill>
          <a:blip r:embed="rId4"/>
          <a:stretch>
            <a:fillRect/>
          </a:stretch>
        </p:blipFill>
        <p:spPr>
          <a:xfrm>
            <a:off x="3810000" y="18057"/>
            <a:ext cx="8382000" cy="6857999"/>
          </a:xfrm>
          <a:prstGeom prst="rect">
            <a:avLst/>
          </a:prstGeom>
        </p:spPr>
      </p:pic>
    </p:spTree>
    <p:extLst>
      <p:ext uri="{BB962C8B-B14F-4D97-AF65-F5344CB8AC3E}">
        <p14:creationId xmlns:p14="http://schemas.microsoft.com/office/powerpoint/2010/main" val="134618736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DE909D7E-D32B-F6DB-DE88-3DDF8E041B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79C4AB-672E-26DE-1E59-6E88FEB66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53B5807-A99A-5592-D996-3FB0BE6B5F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A727FD-891E-5911-A2C1-BB17298E1C73}"/>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19. PROTOTYPE DESIGN PATTERN</a:t>
            </a:r>
            <a:br>
              <a:rPr lang="en-US" sz="2000" dirty="0">
                <a:solidFill>
                  <a:srgbClr val="262626"/>
                </a:solidFill>
              </a:rPr>
            </a:br>
            <a:r>
              <a:rPr lang="en-US" sz="2000" dirty="0"/>
              <a:t>IT LET YOU CREATE NEW OBJECT BY COPYING (CLONING) ANOTHER INSTANCE.</a:t>
            </a:r>
            <a:endParaRPr lang="en-US" sz="2000" dirty="0">
              <a:solidFill>
                <a:schemeClr val="tx1"/>
              </a:solidFill>
            </a:endParaRPr>
          </a:p>
        </p:txBody>
      </p:sp>
      <p:sp useBgFill="1">
        <p:nvSpPr>
          <p:cNvPr id="12" name="Rectangle 11">
            <a:extLst>
              <a:ext uri="{FF2B5EF4-FFF2-40B4-BE49-F238E27FC236}">
                <a16:creationId xmlns:a16="http://schemas.microsoft.com/office/drawing/2014/main" id="{1380367F-6088-CA6D-A5B4-482D779D1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99C08D1-9814-CD7A-90CC-F69CAF31D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3AF8E649-D33B-76CD-89DF-83E0EB94988F}"/>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CB667A59-D860-3913-373D-64D9F2B7510F}"/>
              </a:ext>
            </a:extLst>
          </p:cNvPr>
          <p:cNvPicPr>
            <a:picLocks noChangeAspect="1"/>
          </p:cNvPicPr>
          <p:nvPr/>
        </p:nvPicPr>
        <p:blipFill>
          <a:blip r:embed="rId4"/>
          <a:stretch>
            <a:fillRect/>
          </a:stretch>
        </p:blipFill>
        <p:spPr>
          <a:xfrm>
            <a:off x="4654296" y="0"/>
            <a:ext cx="7537704" cy="6858000"/>
          </a:xfrm>
          <a:prstGeom prst="rect">
            <a:avLst/>
          </a:prstGeom>
        </p:spPr>
      </p:pic>
    </p:spTree>
    <p:extLst>
      <p:ext uri="{BB962C8B-B14F-4D97-AF65-F5344CB8AC3E}">
        <p14:creationId xmlns:p14="http://schemas.microsoft.com/office/powerpoint/2010/main" val="27051178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090B40B2-320F-41A9-35EC-2B28BCF29F5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A8D7A6-16DA-B4D3-A143-5DB000B3D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11C19E6-EE93-9EE0-56A3-903925984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259CF-66E6-6011-FB2C-8E6921E7A103}"/>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20. VISITOR DESIGN PATTERN</a:t>
            </a:r>
            <a:br>
              <a:rPr lang="en-US" sz="2000" dirty="0">
                <a:solidFill>
                  <a:srgbClr val="262626"/>
                </a:solidFill>
              </a:rPr>
            </a:br>
            <a:r>
              <a:rPr lang="en-US" sz="2000" dirty="0"/>
              <a:t>IT ALLOWS TO ADD NEW OPERATION TO EXISTING CLASSES WITHOUT CHANING THEIR STRUCTURE. SEPARATES OPERATION FROM THE OBJECT IT OPERATES.</a:t>
            </a:r>
            <a:endParaRPr lang="en-US" sz="2000" dirty="0">
              <a:solidFill>
                <a:schemeClr val="tx1"/>
              </a:solidFill>
            </a:endParaRPr>
          </a:p>
        </p:txBody>
      </p:sp>
      <p:sp useBgFill="1">
        <p:nvSpPr>
          <p:cNvPr id="12" name="Rectangle 11">
            <a:extLst>
              <a:ext uri="{FF2B5EF4-FFF2-40B4-BE49-F238E27FC236}">
                <a16:creationId xmlns:a16="http://schemas.microsoft.com/office/drawing/2014/main" id="{AEE1165D-070F-A233-DCBC-ABDC899291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91ABF28-B843-A17B-B74A-6ED883CD3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A3A518CD-B441-B665-A996-7C3ADB2C8D62}"/>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EA2591F0-CFDA-F885-0C10-6E6E7D78320F}"/>
              </a:ext>
            </a:extLst>
          </p:cNvPr>
          <p:cNvPicPr>
            <a:picLocks noChangeAspect="1"/>
          </p:cNvPicPr>
          <p:nvPr/>
        </p:nvPicPr>
        <p:blipFill>
          <a:blip r:embed="rId4"/>
          <a:stretch>
            <a:fillRect/>
          </a:stretch>
        </p:blipFill>
        <p:spPr>
          <a:xfrm>
            <a:off x="4654296" y="0"/>
            <a:ext cx="7537704" cy="6858000"/>
          </a:xfrm>
          <a:prstGeom prst="rect">
            <a:avLst/>
          </a:prstGeom>
        </p:spPr>
      </p:pic>
    </p:spTree>
    <p:extLst>
      <p:ext uri="{BB962C8B-B14F-4D97-AF65-F5344CB8AC3E}">
        <p14:creationId xmlns:p14="http://schemas.microsoft.com/office/powerpoint/2010/main" val="3817682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C32843E4-D7F9-4527-8692-3C2927FFE5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646604-EC7C-D5F7-DE25-2BAE42CF8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676BC98-EA2E-E1A8-540C-115C42B71E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C39245-4F5C-67D8-5474-31E2C401067A}"/>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sp useBgFill="1">
        <p:nvSpPr>
          <p:cNvPr id="12" name="Rectangle 11">
            <a:extLst>
              <a:ext uri="{FF2B5EF4-FFF2-40B4-BE49-F238E27FC236}">
                <a16:creationId xmlns:a16="http://schemas.microsoft.com/office/drawing/2014/main" id="{02BE4947-C2C9-41D1-6392-E79DDAF20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EBD0DC4-72AC-02A9-FC5F-F18B5480B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26C87B9A-D0B1-B6D2-1CE1-79D6F6BE6099}"/>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4" name="Picture 3">
            <a:extLst>
              <a:ext uri="{FF2B5EF4-FFF2-40B4-BE49-F238E27FC236}">
                <a16:creationId xmlns:a16="http://schemas.microsoft.com/office/drawing/2014/main" id="{FED466D8-F515-4531-230A-A17B4A696B2B}"/>
              </a:ext>
            </a:extLst>
          </p:cNvPr>
          <p:cNvPicPr>
            <a:picLocks noChangeAspect="1"/>
          </p:cNvPicPr>
          <p:nvPr/>
        </p:nvPicPr>
        <p:blipFill>
          <a:blip r:embed="rId4"/>
          <a:stretch>
            <a:fillRect/>
          </a:stretch>
        </p:blipFill>
        <p:spPr>
          <a:xfrm>
            <a:off x="3897086" y="0"/>
            <a:ext cx="8294914" cy="6858000"/>
          </a:xfrm>
          <a:prstGeom prst="rect">
            <a:avLst/>
          </a:prstGeom>
        </p:spPr>
      </p:pic>
    </p:spTree>
    <p:extLst>
      <p:ext uri="{BB962C8B-B14F-4D97-AF65-F5344CB8AC3E}">
        <p14:creationId xmlns:p14="http://schemas.microsoft.com/office/powerpoint/2010/main" val="17175179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EEC901B1-F951-906A-E87F-4795FA1F4E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A90AB7-AA5A-9BCA-D0F8-C5812BF25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F456CD7-CA31-3BBF-0FE6-CB0EFF1E7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A9E57B-6ECC-0BD9-10BD-40FE3F788819}"/>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21. MEMENTO DESIGN PATTERN</a:t>
            </a:r>
            <a:br>
              <a:rPr lang="en-US" sz="2000" dirty="0">
                <a:solidFill>
                  <a:srgbClr val="262626"/>
                </a:solidFill>
              </a:rPr>
            </a:br>
            <a:r>
              <a:rPr lang="en-US" sz="2000" dirty="0"/>
              <a:t>IT PROVIDES AN ABILITY TO TAKE SNAPSHOT OF AN OBJECT AT VARIOUS POINT IN  TIME AND PROVIDE UNDO CAPABILITIES TO A PREVIOUS STATE.</a:t>
            </a:r>
            <a:endParaRPr lang="en-US" sz="2000" dirty="0">
              <a:solidFill>
                <a:schemeClr val="tx1"/>
              </a:solidFill>
            </a:endParaRPr>
          </a:p>
        </p:txBody>
      </p:sp>
      <p:sp useBgFill="1">
        <p:nvSpPr>
          <p:cNvPr id="12" name="Rectangle 11">
            <a:extLst>
              <a:ext uri="{FF2B5EF4-FFF2-40B4-BE49-F238E27FC236}">
                <a16:creationId xmlns:a16="http://schemas.microsoft.com/office/drawing/2014/main" id="{150918FF-6D52-781B-8219-69622D193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C9E8BD3-70F9-0D51-8815-4D811D912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1CDC7211-B490-1D71-5522-A13C86E46920}"/>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E2032192-F07C-E02C-E94D-4820BBA57831}"/>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34048824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C84E-77AB-8D5C-D85D-423A95DBD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DDBFC-5C4F-0262-C0DB-01D2DD4AC386}"/>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pic>
        <p:nvPicPr>
          <p:cNvPr id="11" name="Picture 10">
            <a:extLst>
              <a:ext uri="{FF2B5EF4-FFF2-40B4-BE49-F238E27FC236}">
                <a16:creationId xmlns:a16="http://schemas.microsoft.com/office/drawing/2014/main" id="{05AC6BFA-BCF8-5587-EF34-2E7CC3C237F4}"/>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DC7BED38-C764-B33E-2F20-586F8E235E44}"/>
              </a:ext>
            </a:extLst>
          </p:cNvPr>
          <p:cNvPicPr>
            <a:picLocks noChangeAspect="1"/>
          </p:cNvPicPr>
          <p:nvPr/>
        </p:nvPicPr>
        <p:blipFill>
          <a:blip r:embed="rId4"/>
          <a:stretch>
            <a:fillRect/>
          </a:stretch>
        </p:blipFill>
        <p:spPr>
          <a:xfrm>
            <a:off x="3766456" y="-2"/>
            <a:ext cx="8425543" cy="6857999"/>
          </a:xfrm>
          <a:prstGeom prst="rect">
            <a:avLst/>
          </a:prstGeom>
        </p:spPr>
      </p:pic>
    </p:spTree>
    <p:extLst>
      <p:ext uri="{BB962C8B-B14F-4D97-AF65-F5344CB8AC3E}">
        <p14:creationId xmlns:p14="http://schemas.microsoft.com/office/powerpoint/2010/main" val="323022832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a:extLst>
            <a:ext uri="{FF2B5EF4-FFF2-40B4-BE49-F238E27FC236}">
              <a16:creationId xmlns:a16="http://schemas.microsoft.com/office/drawing/2014/main" id="{198AD219-167A-3022-994B-B14850C1B8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FA53CD-9612-D676-801C-2670F68F0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C2AD191-FCC5-20C1-8890-BE3873ECB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AB8753-AF4E-7005-3228-705287E3D4C4}"/>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000" b="1" dirty="0">
                <a:solidFill>
                  <a:srgbClr val="262626"/>
                </a:solidFill>
              </a:rPr>
              <a:t>22. INTERPRETER DESIGN PATTERN</a:t>
            </a:r>
            <a:br>
              <a:rPr lang="en-US" sz="2000" dirty="0">
                <a:solidFill>
                  <a:srgbClr val="262626"/>
                </a:solidFill>
              </a:rPr>
            </a:br>
            <a:r>
              <a:rPr lang="en-US" sz="2000" dirty="0"/>
              <a:t>IT DEFINES A GRAMMAR FOR A LANGUAGE AND REPRESENTS EACH GRAMMAR RULES AS A CLASS. IT PROVIDES AN INTERPRET() TO EVALUATE EXPRESSIONS, MAKING IT SUITABLE FOR ARITHMETIC EVALUATORS, RULE ENGINES, QUERY PROCESSORS, AND SIMPLE DOMAIN-SPECIFIC LANGUAGES (DSLs).</a:t>
            </a:r>
            <a:endParaRPr lang="en-US" sz="2000" dirty="0">
              <a:solidFill>
                <a:schemeClr val="tx1"/>
              </a:solidFill>
            </a:endParaRPr>
          </a:p>
        </p:txBody>
      </p:sp>
      <p:sp useBgFill="1">
        <p:nvSpPr>
          <p:cNvPr id="12" name="Rectangle 11">
            <a:extLst>
              <a:ext uri="{FF2B5EF4-FFF2-40B4-BE49-F238E27FC236}">
                <a16:creationId xmlns:a16="http://schemas.microsoft.com/office/drawing/2014/main" id="{B540E64A-F6D2-8B2E-B022-CA63FC2AD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A9EEB4D-B897-E54A-84F5-7C2B0BCA2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11" name="Picture 10">
            <a:extLst>
              <a:ext uri="{FF2B5EF4-FFF2-40B4-BE49-F238E27FC236}">
                <a16:creationId xmlns:a16="http://schemas.microsoft.com/office/drawing/2014/main" id="{9F193987-85D6-3EFB-FC18-391D37D6B68C}"/>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11C16C06-5A6A-4118-73CB-EE8E5AE61FFB}"/>
              </a:ext>
            </a:extLst>
          </p:cNvPr>
          <p:cNvPicPr>
            <a:picLocks noChangeAspect="1"/>
          </p:cNvPicPr>
          <p:nvPr/>
        </p:nvPicPr>
        <p:blipFill>
          <a:blip r:embed="rId4"/>
          <a:stretch>
            <a:fillRect/>
          </a:stretch>
        </p:blipFill>
        <p:spPr>
          <a:xfrm>
            <a:off x="4654296" y="0"/>
            <a:ext cx="7537704" cy="6857998"/>
          </a:xfrm>
          <a:prstGeom prst="rect">
            <a:avLst/>
          </a:prstGeom>
        </p:spPr>
      </p:pic>
    </p:spTree>
    <p:extLst>
      <p:ext uri="{BB962C8B-B14F-4D97-AF65-F5344CB8AC3E}">
        <p14:creationId xmlns:p14="http://schemas.microsoft.com/office/powerpoint/2010/main" val="39286282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4153B-95C0-F5DC-EA48-DA8ABFE8A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BBCDE-49E7-D133-C894-BC1375DA42DC}"/>
              </a:ext>
            </a:extLst>
          </p:cNvPr>
          <p:cNvSpPr>
            <a:spLocks noGrp="1"/>
          </p:cNvSpPr>
          <p:nvPr>
            <p:ph type="title"/>
          </p:nvPr>
        </p:nvSpPr>
        <p:spPr>
          <a:xfrm>
            <a:off x="0" y="-1"/>
            <a:ext cx="4654296" cy="6857999"/>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a:noFill/>
          </a:ln>
        </p:spPr>
        <p:txBody>
          <a:bodyPr>
            <a:noAutofit/>
          </a:bodyPr>
          <a:lstStyle/>
          <a:p>
            <a:r>
              <a:rPr lang="en-US" sz="2800" b="1" dirty="0">
                <a:solidFill>
                  <a:srgbClr val="262626"/>
                </a:solidFill>
              </a:rPr>
              <a:t>EXAMPLE UML</a:t>
            </a:r>
            <a:endParaRPr lang="en-US" sz="2800" dirty="0">
              <a:solidFill>
                <a:schemeClr val="tx1"/>
              </a:solidFill>
            </a:endParaRPr>
          </a:p>
        </p:txBody>
      </p:sp>
      <p:pic>
        <p:nvPicPr>
          <p:cNvPr id="11" name="Picture 10">
            <a:extLst>
              <a:ext uri="{FF2B5EF4-FFF2-40B4-BE49-F238E27FC236}">
                <a16:creationId xmlns:a16="http://schemas.microsoft.com/office/drawing/2014/main" id="{D2CEED73-C886-B419-E8DC-F154C42D35EC}"/>
              </a:ext>
            </a:extLst>
          </p:cNvPr>
          <p:cNvPicPr>
            <a:picLocks noChangeAspect="1"/>
          </p:cNvPicPr>
          <p:nvPr/>
        </p:nvPicPr>
        <p:blipFill>
          <a:blip r:embed="rId3"/>
          <a:stretch>
            <a:fillRect/>
          </a:stretch>
        </p:blipFill>
        <p:spPr>
          <a:xfrm>
            <a:off x="-572127" y="5400434"/>
            <a:ext cx="2749971" cy="1564609"/>
          </a:xfrm>
          <a:prstGeom prst="rect">
            <a:avLst/>
          </a:prstGeom>
        </p:spPr>
      </p:pic>
      <p:pic>
        <p:nvPicPr>
          <p:cNvPr id="5" name="Picture 4">
            <a:extLst>
              <a:ext uri="{FF2B5EF4-FFF2-40B4-BE49-F238E27FC236}">
                <a16:creationId xmlns:a16="http://schemas.microsoft.com/office/drawing/2014/main" id="{4E2184B2-298F-E845-DD76-D11237605780}"/>
              </a:ext>
            </a:extLst>
          </p:cNvPr>
          <p:cNvPicPr>
            <a:picLocks noChangeAspect="1"/>
          </p:cNvPicPr>
          <p:nvPr/>
        </p:nvPicPr>
        <p:blipFill>
          <a:blip r:embed="rId4"/>
          <a:stretch>
            <a:fillRect/>
          </a:stretch>
        </p:blipFill>
        <p:spPr>
          <a:xfrm>
            <a:off x="3733800" y="0"/>
            <a:ext cx="8458200" cy="6857998"/>
          </a:xfrm>
          <a:prstGeom prst="rect">
            <a:avLst/>
          </a:prstGeom>
        </p:spPr>
      </p:pic>
    </p:spTree>
    <p:extLst>
      <p:ext uri="{BB962C8B-B14F-4D97-AF65-F5344CB8AC3E}">
        <p14:creationId xmlns:p14="http://schemas.microsoft.com/office/powerpoint/2010/main" val="1864405876"/>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D5E3CF8B-6090-4FFC-B9BE-6FF60AEE4B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56" name="Straight Connector 55">
            <a:extLst>
              <a:ext uri="{FF2B5EF4-FFF2-40B4-BE49-F238E27FC236}">
                <a16:creationId xmlns:a16="http://schemas.microsoft.com/office/drawing/2014/main" id="{F444405B-FBD8-46A8-84D6-CE72780146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58" name="Rectangle 57">
            <a:extLst>
              <a:ext uri="{FF2B5EF4-FFF2-40B4-BE49-F238E27FC236}">
                <a16:creationId xmlns:a16="http://schemas.microsoft.com/office/drawing/2014/main" id="{221A9CB9-F531-48D3-A506-95FE2534D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8FD39BF5-DFD4-40A5-8009-2EA1391AB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691" y="494556"/>
            <a:ext cx="11227442" cy="5883295"/>
          </a:xfrm>
          <a:prstGeom prst="rect">
            <a:avLst/>
          </a:prstGeom>
          <a:solidFill>
            <a:schemeClr val="tx2"/>
          </a:solidFill>
          <a:ln>
            <a:noFill/>
          </a:ln>
          <a:effectLst>
            <a:outerShdw blurRad="114300" dist="127000" dir="5400000" sx="99000" sy="99000" algn="t" rotWithShape="0">
              <a:prstClr val="black">
                <a:alpha val="40000"/>
              </a:prstClr>
            </a:outerShdw>
          </a:effectLst>
          <a:scene3d>
            <a:camera prst="orthographicFront"/>
            <a:lightRig rig="twoPt" dir="t"/>
          </a:scene3d>
          <a:sp3d>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Shell">
            <a:extLst>
              <a:ext uri="{FF2B5EF4-FFF2-40B4-BE49-F238E27FC236}">
                <a16:creationId xmlns:a16="http://schemas.microsoft.com/office/drawing/2014/main" id="{F3D62F01-3570-47E7-BD58-A33F86CA1459}"/>
              </a:ext>
            </a:extLst>
          </p:cNvPr>
          <p:cNvPicPr>
            <a:picLocks noChangeAspect="1"/>
          </p:cNvPicPr>
          <p:nvPr/>
        </p:nvPicPr>
        <p:blipFill rotWithShape="1">
          <a:blip r:embed="rId5" cstate="email">
            <a:alphaModFix amt="35000"/>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a:ext>
            </a:extLst>
          </a:blip>
          <a:srcRect l="288" r="1" b="1"/>
          <a:stretch/>
        </p:blipFill>
        <p:spPr>
          <a:xfrm>
            <a:off x="480691" y="494555"/>
            <a:ext cx="11227442" cy="5883296"/>
          </a:xfrm>
          <a:prstGeom prst="rect">
            <a:avLst/>
          </a:prstGeom>
        </p:spPr>
      </p:pic>
      <p:grpSp>
        <p:nvGrpSpPr>
          <p:cNvPr id="62" name="Group 61">
            <a:extLst>
              <a:ext uri="{FF2B5EF4-FFF2-40B4-BE49-F238E27FC236}">
                <a16:creationId xmlns:a16="http://schemas.microsoft.com/office/drawing/2014/main" id="{3A0F723F-8F96-43F7-9D99-0D837624E1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4020" y="577316"/>
            <a:ext cx="11056826" cy="5728876"/>
            <a:chOff x="574020" y="519524"/>
            <a:chExt cx="11056826" cy="5728876"/>
          </a:xfrm>
        </p:grpSpPr>
        <p:grpSp>
          <p:nvGrpSpPr>
            <p:cNvPr id="63" name="Group 62">
              <a:extLst>
                <a:ext uri="{FF2B5EF4-FFF2-40B4-BE49-F238E27FC236}">
                  <a16:creationId xmlns:a16="http://schemas.microsoft.com/office/drawing/2014/main" id="{F1B4D856-F364-4DDD-BC91-4D024A8252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75937" y="519524"/>
              <a:ext cx="246888" cy="246888"/>
              <a:chOff x="582041" y="6001512"/>
              <a:chExt cx="246888" cy="246888"/>
            </a:xfrm>
          </p:grpSpPr>
          <p:sp useBgFill="1">
            <p:nvSpPr>
              <p:cNvPr id="51" name="Oval 72">
                <a:extLst>
                  <a:ext uri="{FF2B5EF4-FFF2-40B4-BE49-F238E27FC236}">
                    <a16:creationId xmlns:a16="http://schemas.microsoft.com/office/drawing/2014/main" id="{72F1CBC0-365A-4E91-A63B-B7599EDED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49879"/>
                <a:ext cx="155448" cy="155448"/>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Donut 38">
                <a:extLst>
                  <a:ext uri="{FF2B5EF4-FFF2-40B4-BE49-F238E27FC236}">
                    <a16:creationId xmlns:a16="http://schemas.microsoft.com/office/drawing/2014/main" id="{BE55A32E-C79F-4FD7-8BA4-7F3613D7B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041"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4" name="Group 63">
              <a:extLst>
                <a:ext uri="{FF2B5EF4-FFF2-40B4-BE49-F238E27FC236}">
                  <a16:creationId xmlns:a16="http://schemas.microsoft.com/office/drawing/2014/main" id="{B22DCA41-FD40-45D5-A909-60754B58041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83958" y="6001512"/>
              <a:ext cx="246888" cy="246888"/>
              <a:chOff x="590062" y="6001512"/>
              <a:chExt cx="246888" cy="246888"/>
            </a:xfrm>
          </p:grpSpPr>
          <p:sp useBgFill="1">
            <p:nvSpPr>
              <p:cNvPr id="53" name="Oval 70">
                <a:extLst>
                  <a:ext uri="{FF2B5EF4-FFF2-40B4-BE49-F238E27FC236}">
                    <a16:creationId xmlns:a16="http://schemas.microsoft.com/office/drawing/2014/main" id="{03F3D55A-B20B-496C-B8DC-9E0C593E9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342" y="6057900"/>
                <a:ext cx="139700" cy="139700"/>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Donut 36">
                <a:extLst>
                  <a:ext uri="{FF2B5EF4-FFF2-40B4-BE49-F238E27FC236}">
                    <a16:creationId xmlns:a16="http://schemas.microsoft.com/office/drawing/2014/main" id="{60221C8D-9A7A-4F34-AEE0-CF6BE6A4F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062"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5" name="Group 64">
              <a:extLst>
                <a:ext uri="{FF2B5EF4-FFF2-40B4-BE49-F238E27FC236}">
                  <a16:creationId xmlns:a16="http://schemas.microsoft.com/office/drawing/2014/main" id="{B7419ED5-1433-4FFB-A272-D18229B049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4020" y="519524"/>
              <a:ext cx="246888" cy="246888"/>
              <a:chOff x="574020" y="6001512"/>
              <a:chExt cx="246888" cy="246888"/>
            </a:xfrm>
          </p:grpSpPr>
          <p:sp useBgFill="1">
            <p:nvSpPr>
              <p:cNvPr id="57" name="Oval 68">
                <a:extLst>
                  <a:ext uri="{FF2B5EF4-FFF2-40B4-BE49-F238E27FC236}">
                    <a16:creationId xmlns:a16="http://schemas.microsoft.com/office/drawing/2014/main" id="{8CBEE95B-136E-45DC-90DC-5E7C76EB4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57900"/>
                <a:ext cx="146304" cy="146304"/>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Donut 34">
                <a:extLst>
                  <a:ext uri="{FF2B5EF4-FFF2-40B4-BE49-F238E27FC236}">
                    <a16:creationId xmlns:a16="http://schemas.microsoft.com/office/drawing/2014/main" id="{7A142A39-09DE-427E-98BE-AB81BBA21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4020"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6" name="Group 65">
              <a:extLst>
                <a:ext uri="{FF2B5EF4-FFF2-40B4-BE49-F238E27FC236}">
                  <a16:creationId xmlns:a16="http://schemas.microsoft.com/office/drawing/2014/main" id="{C6260297-94CB-4B81-B325-16CE9D23D5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4020" y="6001512"/>
              <a:ext cx="246888" cy="246888"/>
              <a:chOff x="574020" y="6001512"/>
              <a:chExt cx="246888" cy="246888"/>
            </a:xfrm>
          </p:grpSpPr>
          <p:sp useBgFill="1">
            <p:nvSpPr>
              <p:cNvPr id="61" name="Oval 66">
                <a:extLst>
                  <a:ext uri="{FF2B5EF4-FFF2-40B4-BE49-F238E27FC236}">
                    <a16:creationId xmlns:a16="http://schemas.microsoft.com/office/drawing/2014/main" id="{2CFE29B2-BBC3-4B31-9C8A-D8378E5CE0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57900"/>
                <a:ext cx="139700" cy="139700"/>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Donut 32">
                <a:extLst>
                  <a:ext uri="{FF2B5EF4-FFF2-40B4-BE49-F238E27FC236}">
                    <a16:creationId xmlns:a16="http://schemas.microsoft.com/office/drawing/2014/main" id="{9A38BB73-EDDD-49D1-A06C-2B793E000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4020"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sp>
        <p:nvSpPr>
          <p:cNvPr id="2" name="Title 1">
            <a:extLst>
              <a:ext uri="{FF2B5EF4-FFF2-40B4-BE49-F238E27FC236}">
                <a16:creationId xmlns:a16="http://schemas.microsoft.com/office/drawing/2014/main" id="{FB4F001B-64F9-495D-AEA3-E3764742F8F4}"/>
              </a:ext>
            </a:extLst>
          </p:cNvPr>
          <p:cNvSpPr>
            <a:spLocks noGrp="1"/>
          </p:cNvSpPr>
          <p:nvPr>
            <p:ph type="title"/>
          </p:nvPr>
        </p:nvSpPr>
        <p:spPr>
          <a:xfrm>
            <a:off x="2224403" y="1113698"/>
            <a:ext cx="8229600" cy="2345264"/>
          </a:xfrm>
        </p:spPr>
        <p:txBody>
          <a:bodyPr vert="horz" lIns="91440" tIns="45720" rIns="91440" bIns="45720" rtlCol="0" anchor="b">
            <a:normAutofit/>
          </a:bodyPr>
          <a:lstStyle/>
          <a:p>
            <a:r>
              <a:rPr lang="en-US" sz="7200" dirty="0">
                <a:solidFill>
                  <a:schemeClr val="bg1"/>
                </a:solidFill>
              </a:rPr>
              <a:t>THANK YOU</a:t>
            </a:r>
          </a:p>
        </p:txBody>
      </p:sp>
      <p:sp>
        <p:nvSpPr>
          <p:cNvPr id="3" name="Text Placeholder 2">
            <a:extLst>
              <a:ext uri="{FF2B5EF4-FFF2-40B4-BE49-F238E27FC236}">
                <a16:creationId xmlns:a16="http://schemas.microsoft.com/office/drawing/2014/main" id="{CDA346C0-D253-452B-804F-FCA56557312C}"/>
              </a:ext>
            </a:extLst>
          </p:cNvPr>
          <p:cNvSpPr>
            <a:spLocks noGrp="1"/>
          </p:cNvSpPr>
          <p:nvPr>
            <p:ph type="body" idx="1"/>
          </p:nvPr>
        </p:nvSpPr>
        <p:spPr>
          <a:xfrm>
            <a:off x="2270123" y="3882294"/>
            <a:ext cx="7772400" cy="1320802"/>
          </a:xfrm>
        </p:spPr>
        <p:txBody>
          <a:bodyPr vert="horz" lIns="91440" tIns="45720" rIns="91440" bIns="45720" rtlCol="0" anchor="t">
            <a:normAutofit/>
          </a:bodyPr>
          <a:lstStyle/>
          <a:p>
            <a:r>
              <a:rPr lang="en-US" sz="2400" b="1" dirty="0">
                <a:solidFill>
                  <a:schemeClr val="accent2">
                    <a:lumMod val="60000"/>
                    <a:lumOff val="40000"/>
                  </a:schemeClr>
                </a:solidFill>
              </a:rPr>
              <a:t>SOURAV KUMAR PANDA</a:t>
            </a:r>
          </a:p>
        </p:txBody>
      </p:sp>
      <p:cxnSp>
        <p:nvCxnSpPr>
          <p:cNvPr id="76" name="Straight Connector 75">
            <a:extLst>
              <a:ext uri="{FF2B5EF4-FFF2-40B4-BE49-F238E27FC236}">
                <a16:creationId xmlns:a16="http://schemas.microsoft.com/office/drawing/2014/main" id="{9135029A-5B59-4B80-8F56-B7BB132D67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70123" y="3594428"/>
            <a:ext cx="813816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A06C93C0-BA8D-3519-064D-6F21256C2FC5}"/>
              </a:ext>
            </a:extLst>
          </p:cNvPr>
          <p:cNvPicPr>
            <a:picLocks noChangeAspect="1"/>
          </p:cNvPicPr>
          <p:nvPr/>
        </p:nvPicPr>
        <p:blipFill>
          <a:blip r:embed="rId7"/>
          <a:stretch>
            <a:fillRect/>
          </a:stretch>
        </p:blipFill>
        <p:spPr>
          <a:xfrm>
            <a:off x="3282363" y="4110036"/>
            <a:ext cx="5725886" cy="2411748"/>
          </a:xfrm>
          <a:prstGeom prst="rect">
            <a:avLst/>
          </a:prstGeom>
        </p:spPr>
      </p:pic>
    </p:spTree>
    <p:extLst>
      <p:ext uri="{BB962C8B-B14F-4D97-AF65-F5344CB8AC3E}">
        <p14:creationId xmlns:p14="http://schemas.microsoft.com/office/powerpoint/2010/main" val="2143445900"/>
      </p:ext>
    </p:extLst>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Custom 46">
      <a:dk1>
        <a:sysClr val="windowText" lastClr="000000"/>
      </a:dk1>
      <a:lt1>
        <a:sysClr val="window" lastClr="FFFFFF"/>
      </a:lt1>
      <a:dk2>
        <a:srgbClr val="212121"/>
      </a:dk2>
      <a:lt2>
        <a:srgbClr val="DADADA"/>
      </a:lt2>
      <a:accent1>
        <a:srgbClr val="AB946B"/>
      </a:accent1>
      <a:accent2>
        <a:srgbClr val="FF9900"/>
      </a:accent2>
      <a:accent3>
        <a:srgbClr val="DD8C3C"/>
      </a:accent3>
      <a:accent4>
        <a:srgbClr val="8E684C"/>
      </a:accent4>
      <a:accent5>
        <a:srgbClr val="CBAF62"/>
      </a:accent5>
      <a:accent6>
        <a:srgbClr val="33CCCC"/>
      </a:accent6>
      <a:hlink>
        <a:srgbClr val="86724D"/>
      </a:hlink>
      <a:folHlink>
        <a:srgbClr val="B99E84"/>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TM78524312_Recreation Organic design_SL-V1.pptx" id="{F71A86FF-49A3-4B67-A125-11EA00B3A17C}" vid="{EA83300D-506E-4894-9D32-3B71A0743C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6F0FA-5858-4AD1-8F89-D32310719A5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75A39CB-C45B-4F08-829C-AB9550EE08FE}">
  <ds:schemaRefs>
    <ds:schemaRef ds:uri="http://schemas.microsoft.com/sharepoint/v3/contenttype/forms"/>
  </ds:schemaRefs>
</ds:datastoreItem>
</file>

<file path=customXml/itemProps3.xml><?xml version="1.0" encoding="utf-8"?>
<ds:datastoreItem xmlns:ds="http://schemas.openxmlformats.org/officeDocument/2006/customXml" ds:itemID="{0F92F16A-38EE-4C9D-AFD3-2845EC2D90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Recreation design</Template>
  <TotalTime>408</TotalTime>
  <Words>1061</Words>
  <Application>Microsoft Office PowerPoint</Application>
  <PresentationFormat>Widescreen</PresentationFormat>
  <Paragraphs>155</Paragraphs>
  <Slides>54</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Garamond</vt:lpstr>
      <vt:lpstr>Wingdings</vt:lpstr>
      <vt:lpstr>Organic</vt:lpstr>
      <vt:lpstr>DESIGN PATTERNS</vt:lpstr>
      <vt:lpstr>PowerPoint Presentation</vt:lpstr>
      <vt:lpstr>3 TYPES OF DESIGN PATTERNS</vt:lpstr>
      <vt:lpstr>4 TYPES OF DESIGN PATTERNS COMES UNDER CREATIONAL</vt:lpstr>
      <vt:lpstr>7 TYPES OF DESIGN PATTERNS COMES UNDER STRUCTURAL</vt:lpstr>
      <vt:lpstr>11 TYPES OF DESIGN PATTERNS COMES UNDER BEHAVIORAL</vt:lpstr>
      <vt:lpstr>1. STARTGEY DESIGN PATTERN DEFINES A FAMILY OF ALGORITHM, PUT THEM INTO SEPARATE CLASSES SO THAT THEY CAN BE CHANGED AT RUN TIME.  </vt:lpstr>
      <vt:lpstr>EXAMPLE UML</vt:lpstr>
      <vt:lpstr>2. FACTORY DESIGN PATTERN</vt:lpstr>
      <vt:lpstr>I. SIMPLE FACTORY A FACTORY CLASS THAT DECIDES WHICH CONCRETE CLASS TO INSTANTIATE. </vt:lpstr>
      <vt:lpstr>EXAMPLE UML</vt:lpstr>
      <vt:lpstr>II. FACTORY METHOD DEFINES AN INTERFACE FOR CREATING OBJECTS BUT ALLOWS SUBCLASSES TO DECIDES WHICH CLASS TO INSTANTIATE. </vt:lpstr>
      <vt:lpstr>EXAMPLE UML</vt:lpstr>
      <vt:lpstr>III. ABSTRACT FACTORY METHOD PROVIDES AN INTERFACE FOR CREATING FAMILIES OF RELATED OBJECTS  WITHOUT SPECIFYING THERE CONCRETE CLASSES. </vt:lpstr>
      <vt:lpstr>EXAMPLE UML</vt:lpstr>
      <vt:lpstr>3. SINGLETON DESIGN PATTERN</vt:lpstr>
      <vt:lpstr>4. OBSERVER DESIGN PATTERN DEFINES A ONE-TO-MANY RELATIONSHIP BETWEEN OBJECTS, SO THAT WHEN ONE OBJECT CHANGES THE STATE, ALL OF ITS DEPENDENT ARE NOTIFIED AND UPDATED AUTOMATICALLY.  </vt:lpstr>
      <vt:lpstr>EXAMPLE UML</vt:lpstr>
      <vt:lpstr>5. DECORATOR DESIGN PATTERN DECORATOR PATTERN ATTACHES ADDITIONAL RESPONSIBILITIES TO AN OBJECT DYNAMICALLY. DECORATOR PROVIDES A FLEXIBLE ALTERNATIVE TO SUBCLASSING FOR EXTENDING FUNCTIONALITY.</vt:lpstr>
      <vt:lpstr>EXAMPLE UML</vt:lpstr>
      <vt:lpstr>6. COMMAND DESIGN PATTERN ENCAPSULATE A REQUEST AS AN OBJECT, THEREBY LETTING YOU PARAMETERIGE CLIENTS WITH DIFFERENT REQUEEST, QUEUE OR LOG REQUEST AND SUPPORT UNDOABLE OPERATIONS.</vt:lpstr>
      <vt:lpstr>EXAMPLE UML</vt:lpstr>
      <vt:lpstr>7. ADAPTER DESIGN PATTERN ADAPTER CONVERTS THE INTERFACE OF A CLASS INTO ANOTHER INTERFACE THAT CLIENT EXPECTS. ADAPTER LETS CLASSESS WORK TOGETHER THAT COULD NOT OTHERWISE BECAUSE OF INCOMPATIBLE INTERFACE.</vt:lpstr>
      <vt:lpstr>EXAMPLE UML</vt:lpstr>
      <vt:lpstr>8. FACADE DESIGN PATTERN IT PROVIDES A SIMPLIFIED, UNIFIED INTERFACE TO A SET OF COMPLEX SUBSYSTEM. IT HIDES THE COMPLEXITY OF THE SYSTEM AND EXPOSES ONLY WHAT IS NECESSARY.</vt:lpstr>
      <vt:lpstr>EXAMPLE UML</vt:lpstr>
      <vt:lpstr>9. COMPOSITE DESIGN PATTERN IT COMPOSES OBJECT INTO TREE- LIKE STRUCTURE REPRESENTING A PART-WHOLE HIERARCHY. IT LET CLIENT TREATS INDIVIDUAL OBJECT AND COMPOSITION OF OBJECT UNIFORMLY.</vt:lpstr>
      <vt:lpstr>EXAMPLE UML</vt:lpstr>
      <vt:lpstr>10. TEMPLATE METHOD DESIGN PATTERN IT DESIGN THE SKELETON OF AN ALGORITHM FOR AN OPERATION DEFERING SOME STEPS TO SUBCLASSES. TEMPLATE METHOD LET SUBCLASSES REDEFINE CERTAIN STEPS OF AN ALGORITHM WITHOUT CHANGING THE ALGORITHM STRUCTURE.</vt:lpstr>
      <vt:lpstr>EXAMPLE UML</vt:lpstr>
      <vt:lpstr>11. PROXY DESIGN PATTERN IT PROVIDES A SURROGATE OR PLACEHOLDER FOR ANOTHER OBJECT TO CONTROL ACCESS TO IT: -&gt; REMOTE PROXY -&gt; VIRTUAL PROXY -&gt; PROTECTION PROXY</vt:lpstr>
      <vt:lpstr>12. CHAIN OF RESPONSIBILITY DESIGN PATTERN ALLOW AN OBJECT TO PASS A REQUEST ALONG A CHAIN OF POTENTIAL HANDLERS. EACH HANDLER IN THE CHAIN DECIDES EITHER TO PROCESS THE REQUEST OR PASS IT TO THE NEXT HANDLER.</vt:lpstr>
      <vt:lpstr>EXAMPLE UML</vt:lpstr>
      <vt:lpstr>13. BRIDGE DESIGN PATTERN BRIDGE DECOUPLES AN ABSTRACTION FROM ITS IMPLEMENTATIONS, SO THAT BOTH CAN VARY INDEPENDENTLY. ABSTRACTIONS – HIGH LEVEL LAYER IMPLEMENTATIONS – LOW LEVEL LAYER</vt:lpstr>
      <vt:lpstr>EXAMPLE UML</vt:lpstr>
      <vt:lpstr>14. BUILDER DESIGN PATTERN</vt:lpstr>
      <vt:lpstr>I. SIMPLE BUILDER =&gt; CLEAR, READABLE OBJECT CONSTRUCTION. =&gt; SINGLE CENTRALIZED VALIDATION. =&gt; IMMUTABLE OBJECTS. =&gt; NO CONSTRUCTOR OVERLOAD. </vt:lpstr>
      <vt:lpstr>II. DIRECTOR BUILDER =&gt; REUSABLE BUILDS. </vt:lpstr>
      <vt:lpstr>III. STEP BUILDER =&gt; INCREMENTAL/COMPILE TIME ENFORCEMENT OF ALL REQUIRED FIELDS. =&gt; SEPARATION OF MANDATORY VS OPTIONAL. =&gt; IDE FRIENDLY. </vt:lpstr>
      <vt:lpstr>15. ITERATOR DESIGN PATTERN ITERATOR PROVIDES A WAY TO ACCESS THE ELEMENTS OF AN AGGREGATE OBJECTS SEQUENTIALLY WITHOUT EXPOSING ITS UNDERLYING REPRESENTATION.</vt:lpstr>
      <vt:lpstr>EXAMPLE UML</vt:lpstr>
      <vt:lpstr>16. FLYWEIGHT DESIGN PATTERN IT USES SHARING TO SUPPORT LARGE NUMBER OF FINE-GRAINED OBJECTS EFFICIENTLY. INTRINSIC STATE: SHARED AMONG OBJECTS EXTRINSIC STATE: SUPPLIED BY CLIENT EXTERNALLY</vt:lpstr>
      <vt:lpstr>17. STATE DESIGN PATTERN IT ALLOWS AN OBJECT TO ALTER ITS BEHAVIOR WHEN ITS INTERNAL STATE CHANGES. THE OBJECT WILL APPEAR TO CHANGE THE CLASS.</vt:lpstr>
      <vt:lpstr>EXAMPLE UML</vt:lpstr>
      <vt:lpstr>18. MEDIATOR DESIGN PATTERN IT DEFINES AN OBJECT THAT ENCAPSULATES HOW A SET OF OBJECTS INTERACT, AND PROMOTE LOOSE COUPLING BY PREVENTING THEM FROM REFERRING TO EACH OTHER.</vt:lpstr>
      <vt:lpstr>EXAMPLE UML</vt:lpstr>
      <vt:lpstr>19. PROTOTYPE DESIGN PATTERN IT LET YOU CREATE NEW OBJECT BY COPYING (CLONING) ANOTHER INSTANCE.</vt:lpstr>
      <vt:lpstr>20. VISITOR DESIGN PATTERN IT ALLOWS TO ADD NEW OPERATION TO EXISTING CLASSES WITHOUT CHANING THEIR STRUCTURE. SEPARATES OPERATION FROM THE OBJECT IT OPERATES.</vt:lpstr>
      <vt:lpstr>EXAMPLE UML</vt:lpstr>
      <vt:lpstr>21. MEMENTO DESIGN PATTERN IT PROVIDES AN ABILITY TO TAKE SNAPSHOT OF AN OBJECT AT VARIOUS POINT IN  TIME AND PROVIDE UNDO CAPABILITIES TO A PREVIOUS STATE.</vt:lpstr>
      <vt:lpstr>EXAMPLE UML</vt:lpstr>
      <vt:lpstr>22. INTERPRETER DESIGN PATTERN IT DEFINES A GRAMMAR FOR A LANGUAGE AND REPRESENTS EACH GRAMMAR RULES AS A CLASS. IT PROVIDES AN INTERPRET() TO EVALUATE EXPRESSIONS, MAKING IT SUITABLE FOR ARITHMETIC EVALUATORS, RULE ENGINES, QUERY PROCESSORS, AND SIMPLE DOMAIN-SPECIFIC LANGUAGES (DSLs).</vt:lpstr>
      <vt:lpstr>EXAMPLE UML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sourav kumar panda</dc:creator>
  <cp:lastModifiedBy>sourav kumar panda</cp:lastModifiedBy>
  <cp:revision>22</cp:revision>
  <dcterms:created xsi:type="dcterms:W3CDTF">2026-07-15T03:14:18Z</dcterms:created>
  <dcterms:modified xsi:type="dcterms:W3CDTF">2026-08-20T15:29:35Z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